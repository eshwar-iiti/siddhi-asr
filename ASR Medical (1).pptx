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57" r:id="rId2"/>
    <p:sldId id="266" r:id="rId3"/>
    <p:sldId id="272" r:id="rId4"/>
    <p:sldId id="282" r:id="rId5"/>
    <p:sldId id="303" r:id="rId6"/>
    <p:sldId id="301" r:id="rId7"/>
    <p:sldId id="289" r:id="rId8"/>
    <p:sldId id="300" r:id="rId9"/>
    <p:sldId id="30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BB73B60-4469-4888-8270-1F70C163B820}" v="1" dt="2026-02-10T08:18:48.8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2" autoAdjust="0"/>
    <p:restoredTop sz="93810" autoAdjust="0"/>
  </p:normalViewPr>
  <p:slideViewPr>
    <p:cSldViewPr snapToGrid="0" showGuides="1">
      <p:cViewPr varScale="1">
        <p:scale>
          <a:sx n="82" d="100"/>
          <a:sy n="82" d="100"/>
        </p:scale>
        <p:origin x="720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249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0" d="100"/>
          <a:sy n="60" d="100"/>
        </p:scale>
        <p:origin x="3187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arushi Pandey" userId="b88b2b77dff8f0f9" providerId="LiveId" clId="{6F3070B0-8BA5-4003-B66C-102BA6F8BA3E}"/>
    <pc:docChg chg="custSel modSld">
      <pc:chgData name="Aarushi Pandey" userId="b88b2b77dff8f0f9" providerId="LiveId" clId="{6F3070B0-8BA5-4003-B66C-102BA6F8BA3E}" dt="2026-02-10T08:25:18.734" v="215" actId="20577"/>
      <pc:docMkLst>
        <pc:docMk/>
      </pc:docMkLst>
      <pc:sldChg chg="modSp mod">
        <pc:chgData name="Aarushi Pandey" userId="b88b2b77dff8f0f9" providerId="LiveId" clId="{6F3070B0-8BA5-4003-B66C-102BA6F8BA3E}" dt="2026-02-10T08:18:15.220" v="0" actId="20577"/>
        <pc:sldMkLst>
          <pc:docMk/>
          <pc:sldMk cId="1495496538" sldId="257"/>
        </pc:sldMkLst>
        <pc:spChg chg="mod">
          <ac:chgData name="Aarushi Pandey" userId="b88b2b77dff8f0f9" providerId="LiveId" clId="{6F3070B0-8BA5-4003-B66C-102BA6F8BA3E}" dt="2026-02-10T08:18:15.220" v="0" actId="20577"/>
          <ac:spMkLst>
            <pc:docMk/>
            <pc:sldMk cId="1495496538" sldId="257"/>
            <ac:spMk id="4" creationId="{C6D24F99-E026-485A-96CD-AEC98137262A}"/>
          </ac:spMkLst>
        </pc:spChg>
      </pc:sldChg>
      <pc:sldChg chg="modSp mod">
        <pc:chgData name="Aarushi Pandey" userId="b88b2b77dff8f0f9" providerId="LiveId" clId="{6F3070B0-8BA5-4003-B66C-102BA6F8BA3E}" dt="2026-02-10T08:18:55.387" v="54" actId="20577"/>
        <pc:sldMkLst>
          <pc:docMk/>
          <pc:sldMk cId="1300311978" sldId="266"/>
        </pc:sldMkLst>
        <pc:spChg chg="mod">
          <ac:chgData name="Aarushi Pandey" userId="b88b2b77dff8f0f9" providerId="LiveId" clId="{6F3070B0-8BA5-4003-B66C-102BA6F8BA3E}" dt="2026-02-10T08:18:55.387" v="54" actId="20577"/>
          <ac:spMkLst>
            <pc:docMk/>
            <pc:sldMk cId="1300311978" sldId="266"/>
            <ac:spMk id="11" creationId="{16222DED-D491-30F8-D200-B98B4A633377}"/>
          </ac:spMkLst>
        </pc:spChg>
      </pc:sldChg>
      <pc:sldChg chg="modSp mod">
        <pc:chgData name="Aarushi Pandey" userId="b88b2b77dff8f0f9" providerId="LiveId" clId="{6F3070B0-8BA5-4003-B66C-102BA6F8BA3E}" dt="2026-02-10T08:25:18.734" v="215" actId="20577"/>
        <pc:sldMkLst>
          <pc:docMk/>
          <pc:sldMk cId="3462884272" sldId="272"/>
        </pc:sldMkLst>
        <pc:spChg chg="mod">
          <ac:chgData name="Aarushi Pandey" userId="b88b2b77dff8f0f9" providerId="LiveId" clId="{6F3070B0-8BA5-4003-B66C-102BA6F8BA3E}" dt="2026-02-10T08:25:18.734" v="215" actId="20577"/>
          <ac:spMkLst>
            <pc:docMk/>
            <pc:sldMk cId="3462884272" sldId="272"/>
            <ac:spMk id="9" creationId="{7E7A14B2-4DA9-DC56-3F82-BB137BDABD3D}"/>
          </ac:spMkLst>
        </pc:spChg>
      </pc:sldChg>
      <pc:sldChg chg="modSp mod">
        <pc:chgData name="Aarushi Pandey" userId="b88b2b77dff8f0f9" providerId="LiveId" clId="{6F3070B0-8BA5-4003-B66C-102BA6F8BA3E}" dt="2026-02-10T08:23:43.472" v="207" actId="1076"/>
        <pc:sldMkLst>
          <pc:docMk/>
          <pc:sldMk cId="2900026269" sldId="300"/>
        </pc:sldMkLst>
        <pc:spChg chg="mod">
          <ac:chgData name="Aarushi Pandey" userId="b88b2b77dff8f0f9" providerId="LiveId" clId="{6F3070B0-8BA5-4003-B66C-102BA6F8BA3E}" dt="2026-02-10T08:22:48.591" v="199" actId="207"/>
          <ac:spMkLst>
            <pc:docMk/>
            <pc:sldMk cId="2900026269" sldId="300"/>
            <ac:spMk id="16" creationId="{2C00B059-8249-401E-BECD-DC838B36F9FB}"/>
          </ac:spMkLst>
        </pc:spChg>
        <pc:spChg chg="mod">
          <ac:chgData name="Aarushi Pandey" userId="b88b2b77dff8f0f9" providerId="LiveId" clId="{6F3070B0-8BA5-4003-B66C-102BA6F8BA3E}" dt="2026-02-10T08:23:10.148" v="201" actId="115"/>
          <ac:spMkLst>
            <pc:docMk/>
            <pc:sldMk cId="2900026269" sldId="300"/>
            <ac:spMk id="18" creationId="{ED42596E-DB09-43F7-A053-18CEB2DDE639}"/>
          </ac:spMkLst>
        </pc:spChg>
        <pc:picChg chg="mod">
          <ac:chgData name="Aarushi Pandey" userId="b88b2b77dff8f0f9" providerId="LiveId" clId="{6F3070B0-8BA5-4003-B66C-102BA6F8BA3E}" dt="2026-02-10T08:23:38.560" v="206" actId="1076"/>
          <ac:picMkLst>
            <pc:docMk/>
            <pc:sldMk cId="2900026269" sldId="300"/>
            <ac:picMk id="4" creationId="{C6668FBE-DB0F-0353-1AB3-8001435142CA}"/>
          </ac:picMkLst>
        </pc:picChg>
        <pc:picChg chg="mod">
          <ac:chgData name="Aarushi Pandey" userId="b88b2b77dff8f0f9" providerId="LiveId" clId="{6F3070B0-8BA5-4003-B66C-102BA6F8BA3E}" dt="2026-02-10T08:23:35.610" v="205" actId="1076"/>
          <ac:picMkLst>
            <pc:docMk/>
            <pc:sldMk cId="2900026269" sldId="300"/>
            <ac:picMk id="6" creationId="{17E93115-C3D4-867B-042A-3C122BEF980F}"/>
          </ac:picMkLst>
        </pc:picChg>
        <pc:picChg chg="mod">
          <ac:chgData name="Aarushi Pandey" userId="b88b2b77dff8f0f9" providerId="LiveId" clId="{6F3070B0-8BA5-4003-B66C-102BA6F8BA3E}" dt="2026-02-10T08:23:43.472" v="207" actId="1076"/>
          <ac:picMkLst>
            <pc:docMk/>
            <pc:sldMk cId="2900026269" sldId="300"/>
            <ac:picMk id="8" creationId="{59E90D1F-C25B-1F6C-B440-4843251910B2}"/>
          </ac:picMkLst>
        </pc:picChg>
      </pc:sldChg>
      <pc:sldChg chg="modSp mod">
        <pc:chgData name="Aarushi Pandey" userId="b88b2b77dff8f0f9" providerId="LiveId" clId="{6F3070B0-8BA5-4003-B66C-102BA6F8BA3E}" dt="2026-02-10T08:21:33.476" v="190" actId="14100"/>
        <pc:sldMkLst>
          <pc:docMk/>
          <pc:sldMk cId="1212989525" sldId="301"/>
        </pc:sldMkLst>
        <pc:spChg chg="mod">
          <ac:chgData name="Aarushi Pandey" userId="b88b2b77dff8f0f9" providerId="LiveId" clId="{6F3070B0-8BA5-4003-B66C-102BA6F8BA3E}" dt="2026-02-10T08:21:19.963" v="188" actId="1076"/>
          <ac:spMkLst>
            <pc:docMk/>
            <pc:sldMk cId="1212989525" sldId="301"/>
            <ac:spMk id="6" creationId="{B53E9804-FD82-8970-1B5F-60273C0CBD51}"/>
          </ac:spMkLst>
        </pc:spChg>
        <pc:spChg chg="mod">
          <ac:chgData name="Aarushi Pandey" userId="b88b2b77dff8f0f9" providerId="LiveId" clId="{6F3070B0-8BA5-4003-B66C-102BA6F8BA3E}" dt="2026-02-10T08:21:24.193" v="189" actId="1076"/>
          <ac:spMkLst>
            <pc:docMk/>
            <pc:sldMk cId="1212989525" sldId="301"/>
            <ac:spMk id="7" creationId="{710EE0D6-DE11-CBA4-184E-3A6E56FEECF1}"/>
          </ac:spMkLst>
        </pc:spChg>
        <pc:picChg chg="mod">
          <ac:chgData name="Aarushi Pandey" userId="b88b2b77dff8f0f9" providerId="LiveId" clId="{6F3070B0-8BA5-4003-B66C-102BA6F8BA3E}" dt="2026-02-10T08:21:33.476" v="190" actId="14100"/>
          <ac:picMkLst>
            <pc:docMk/>
            <pc:sldMk cId="1212989525" sldId="301"/>
            <ac:picMk id="3" creationId="{94258EEA-370B-A787-DD42-97D36CE70BB9}"/>
          </ac:picMkLst>
        </pc:picChg>
      </pc:sldChg>
      <pc:sldChg chg="delSp modSp mod">
        <pc:chgData name="Aarushi Pandey" userId="b88b2b77dff8f0f9" providerId="LiveId" clId="{6F3070B0-8BA5-4003-B66C-102BA6F8BA3E}" dt="2026-02-10T08:22:25.225" v="197" actId="20577"/>
        <pc:sldMkLst>
          <pc:docMk/>
          <pc:sldMk cId="1387090475" sldId="304"/>
        </pc:sldMkLst>
        <pc:spChg chg="del mod">
          <ac:chgData name="Aarushi Pandey" userId="b88b2b77dff8f0f9" providerId="LiveId" clId="{6F3070B0-8BA5-4003-B66C-102BA6F8BA3E}" dt="2026-02-10T08:21:57.325" v="192" actId="478"/>
          <ac:spMkLst>
            <pc:docMk/>
            <pc:sldMk cId="1387090475" sldId="304"/>
            <ac:spMk id="2" creationId="{A10EBE89-22C6-4772-F1C2-FD6FD3E83F80}"/>
          </ac:spMkLst>
        </pc:spChg>
        <pc:spChg chg="del">
          <ac:chgData name="Aarushi Pandey" userId="b88b2b77dff8f0f9" providerId="LiveId" clId="{6F3070B0-8BA5-4003-B66C-102BA6F8BA3E}" dt="2026-02-10T08:22:03.095" v="193" actId="478"/>
          <ac:spMkLst>
            <pc:docMk/>
            <pc:sldMk cId="1387090475" sldId="304"/>
            <ac:spMk id="4" creationId="{0BC43991-2F75-9D8C-26D8-EAC55DACF8B5}"/>
          </ac:spMkLst>
        </pc:spChg>
        <pc:spChg chg="mod">
          <ac:chgData name="Aarushi Pandey" userId="b88b2b77dff8f0f9" providerId="LiveId" clId="{6F3070B0-8BA5-4003-B66C-102BA6F8BA3E}" dt="2026-02-10T08:22:25.225" v="197" actId="20577"/>
          <ac:spMkLst>
            <pc:docMk/>
            <pc:sldMk cId="1387090475" sldId="304"/>
            <ac:spMk id="5" creationId="{3CD5134A-725B-E260-42E5-EFD5FDFDE43A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90919436900957573"/>
          <c:y val="0.69735973073187418"/>
          <c:w val="8.4318046068936586E-2"/>
          <c:h val="0.113309102459942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51-4D21-A6E0-75AB23CDD3B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551-4D21-A6E0-75AB23CDD3B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89432768"/>
        <c:axId val="1101095584"/>
      </c:barChart>
      <c:catAx>
        <c:axId val="78943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01095584"/>
        <c:crosses val="autoZero"/>
        <c:auto val="1"/>
        <c:lblAlgn val="ctr"/>
        <c:lblOffset val="100"/>
        <c:noMultiLvlLbl val="0"/>
      </c:catAx>
      <c:valAx>
        <c:axId val="11010955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89432768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2BB9533-E18E-48F9-BEE7-B0A054764328}" type="doc">
      <dgm:prSet loTypeId="urn:microsoft.com/office/officeart/2005/8/layout/hProcess6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0BD33AF1-FE7A-4880-BCF9-658ACC1844C5}">
      <dgm:prSet phldrT="[Text]" phldr="0"/>
      <dgm:spPr/>
      <dgm:t>
        <a:bodyPr/>
        <a:lstStyle/>
        <a:p>
          <a:r>
            <a:rPr lang="en-IN" dirty="0"/>
            <a:t>Audio</a:t>
          </a:r>
        </a:p>
      </dgm:t>
    </dgm:pt>
    <dgm:pt modelId="{4AF1266D-FFC0-4A1B-829C-E3C9B88308BF}" type="parTrans" cxnId="{AB27170E-3EF5-4064-81CA-FF8D577B5CBA}">
      <dgm:prSet/>
      <dgm:spPr/>
      <dgm:t>
        <a:bodyPr/>
        <a:lstStyle/>
        <a:p>
          <a:endParaRPr lang="en-IN"/>
        </a:p>
      </dgm:t>
    </dgm:pt>
    <dgm:pt modelId="{A0FFF63F-4F5A-4BDE-A1BE-9A6F0B86FCBD}" type="sibTrans" cxnId="{AB27170E-3EF5-4064-81CA-FF8D577B5CBA}">
      <dgm:prSet/>
      <dgm:spPr/>
      <dgm:t>
        <a:bodyPr/>
        <a:lstStyle/>
        <a:p>
          <a:endParaRPr lang="en-IN"/>
        </a:p>
      </dgm:t>
    </dgm:pt>
    <dgm:pt modelId="{01BF577B-4200-4236-94E6-92EADED570A4}">
      <dgm:prSet phldrT="[Text]" phldr="0"/>
      <dgm:spPr/>
      <dgm:t>
        <a:bodyPr/>
        <a:lstStyle/>
        <a:p>
          <a:r>
            <a:rPr lang="en-IN" dirty="0"/>
            <a:t>Clinical dictation</a:t>
          </a:r>
        </a:p>
      </dgm:t>
    </dgm:pt>
    <dgm:pt modelId="{25A767A0-00FB-4335-8D7F-6ACC87E598F5}" type="parTrans" cxnId="{6CFEB6E1-617A-44E0-AC8B-947C9C2361E6}">
      <dgm:prSet/>
      <dgm:spPr/>
      <dgm:t>
        <a:bodyPr/>
        <a:lstStyle/>
        <a:p>
          <a:endParaRPr lang="en-IN"/>
        </a:p>
      </dgm:t>
    </dgm:pt>
    <dgm:pt modelId="{E9ACAB1A-F347-46D7-99F5-EAF0DD232D6C}" type="sibTrans" cxnId="{6CFEB6E1-617A-44E0-AC8B-947C9C2361E6}">
      <dgm:prSet/>
      <dgm:spPr/>
      <dgm:t>
        <a:bodyPr/>
        <a:lstStyle/>
        <a:p>
          <a:endParaRPr lang="en-IN"/>
        </a:p>
      </dgm:t>
    </dgm:pt>
    <dgm:pt modelId="{FF14D555-C4D3-4319-A52D-AA96992E5247}">
      <dgm:prSet phldrT="[Text]"/>
      <dgm:spPr/>
      <dgm:t>
        <a:bodyPr/>
        <a:lstStyle/>
        <a:p>
          <a:pPr>
            <a:buNone/>
          </a:pPr>
          <a:r>
            <a:rPr lang="en-IN" dirty="0"/>
            <a:t>Pre-processing</a:t>
          </a:r>
        </a:p>
      </dgm:t>
    </dgm:pt>
    <dgm:pt modelId="{139BAD72-2297-4E1A-9EBD-E02C62C76B98}" type="parTrans" cxnId="{FA3CFE7D-3EB2-453A-86EC-66DD4C87D0CA}">
      <dgm:prSet/>
      <dgm:spPr/>
      <dgm:t>
        <a:bodyPr/>
        <a:lstStyle/>
        <a:p>
          <a:endParaRPr lang="en-IN"/>
        </a:p>
      </dgm:t>
    </dgm:pt>
    <dgm:pt modelId="{E57A0BD7-0F69-4DA4-9AAD-FA1CE6634906}" type="sibTrans" cxnId="{FA3CFE7D-3EB2-453A-86EC-66DD4C87D0CA}">
      <dgm:prSet/>
      <dgm:spPr/>
      <dgm:t>
        <a:bodyPr/>
        <a:lstStyle/>
        <a:p>
          <a:endParaRPr lang="en-IN"/>
        </a:p>
      </dgm:t>
    </dgm:pt>
    <dgm:pt modelId="{7C0D7496-60FE-4F80-9D6D-8A187597F112}">
      <dgm:prSet phldrT="[Text]"/>
      <dgm:spPr/>
      <dgm:t>
        <a:bodyPr/>
        <a:lstStyle/>
        <a:p>
          <a:pPr>
            <a:buNone/>
          </a:pPr>
          <a:r>
            <a:rPr lang="en-US" dirty="0"/>
            <a:t>Resampling to 16kHz, Noise Reduction</a:t>
          </a:r>
          <a:endParaRPr lang="en-IN" dirty="0"/>
        </a:p>
      </dgm:t>
    </dgm:pt>
    <dgm:pt modelId="{2FE65DBD-753D-4898-8AD5-A68405592D4D}" type="parTrans" cxnId="{699ECB4A-F835-4147-B9AF-CBDCA58CA09F}">
      <dgm:prSet/>
      <dgm:spPr/>
      <dgm:t>
        <a:bodyPr/>
        <a:lstStyle/>
        <a:p>
          <a:endParaRPr lang="en-IN"/>
        </a:p>
      </dgm:t>
    </dgm:pt>
    <dgm:pt modelId="{E8661083-180B-4C25-A72D-4BAE0F78DC33}" type="sibTrans" cxnId="{699ECB4A-F835-4147-B9AF-CBDCA58CA09F}">
      <dgm:prSet/>
      <dgm:spPr/>
      <dgm:t>
        <a:bodyPr/>
        <a:lstStyle/>
        <a:p>
          <a:endParaRPr lang="en-IN"/>
        </a:p>
      </dgm:t>
    </dgm:pt>
    <dgm:pt modelId="{9CB8B5FD-E529-4070-84F1-A52C2AE4B076}">
      <dgm:prSet phldrT="[Text]"/>
      <dgm:spPr/>
      <dgm:t>
        <a:bodyPr/>
        <a:lstStyle/>
        <a:p>
          <a:pPr>
            <a:buNone/>
          </a:pPr>
          <a:r>
            <a:rPr lang="en-IN" dirty="0"/>
            <a:t>Whisper Small Model</a:t>
          </a:r>
        </a:p>
      </dgm:t>
    </dgm:pt>
    <dgm:pt modelId="{4526084F-B936-40FE-8F40-85962C8FA0C3}" type="parTrans" cxnId="{C1260046-B958-49CF-BB55-16C5C1F878CB}">
      <dgm:prSet/>
      <dgm:spPr/>
      <dgm:t>
        <a:bodyPr/>
        <a:lstStyle/>
        <a:p>
          <a:endParaRPr lang="en-IN"/>
        </a:p>
      </dgm:t>
    </dgm:pt>
    <dgm:pt modelId="{FA00E3DB-E6E2-42FF-A1B5-F8246720AB62}" type="sibTrans" cxnId="{C1260046-B958-49CF-BB55-16C5C1F878CB}">
      <dgm:prSet/>
      <dgm:spPr/>
      <dgm:t>
        <a:bodyPr/>
        <a:lstStyle/>
        <a:p>
          <a:endParaRPr lang="en-IN"/>
        </a:p>
      </dgm:t>
    </dgm:pt>
    <dgm:pt modelId="{EDA7E8C6-E0B7-4790-AB2F-0ED1167F3854}">
      <dgm:prSet phldrT="[Text]"/>
      <dgm:spPr/>
      <dgm:t>
        <a:bodyPr/>
        <a:lstStyle/>
        <a:p>
          <a:pPr>
            <a:buNone/>
          </a:pPr>
          <a:r>
            <a:rPr lang="en-IN" dirty="0"/>
            <a:t>Initial Inference</a:t>
          </a:r>
        </a:p>
      </dgm:t>
    </dgm:pt>
    <dgm:pt modelId="{F9F0FA2E-99E0-49CA-BAD5-BF577970F390}" type="parTrans" cxnId="{472C32F6-9215-46A0-AA0A-7D0F5F48FE07}">
      <dgm:prSet/>
      <dgm:spPr/>
      <dgm:t>
        <a:bodyPr/>
        <a:lstStyle/>
        <a:p>
          <a:endParaRPr lang="en-IN"/>
        </a:p>
      </dgm:t>
    </dgm:pt>
    <dgm:pt modelId="{A0D4A207-F4EE-4B26-9A59-543FDA935224}" type="sibTrans" cxnId="{472C32F6-9215-46A0-AA0A-7D0F5F48FE07}">
      <dgm:prSet/>
      <dgm:spPr/>
      <dgm:t>
        <a:bodyPr/>
        <a:lstStyle/>
        <a:p>
          <a:endParaRPr lang="en-IN"/>
        </a:p>
      </dgm:t>
    </dgm:pt>
    <dgm:pt modelId="{40952B18-89C2-4ACC-8BC6-1416F790555D}">
      <dgm:prSet phldrT="[Text]" phldr="0"/>
      <dgm:spPr/>
      <dgm:t>
        <a:bodyPr/>
        <a:lstStyle/>
        <a:p>
          <a:pPr>
            <a:buNone/>
          </a:pPr>
          <a:r>
            <a:rPr lang="en-IN" dirty="0"/>
            <a:t>Gemini LLM</a:t>
          </a:r>
        </a:p>
      </dgm:t>
    </dgm:pt>
    <dgm:pt modelId="{DBDE0B77-AB61-4A84-82A7-E0C5855D437D}" type="parTrans" cxnId="{252AB89F-8BA4-49D5-8B77-EC0671028A5F}">
      <dgm:prSet/>
      <dgm:spPr/>
      <dgm:t>
        <a:bodyPr/>
        <a:lstStyle/>
        <a:p>
          <a:endParaRPr lang="en-IN"/>
        </a:p>
      </dgm:t>
    </dgm:pt>
    <dgm:pt modelId="{DBEE9B6E-57FB-4B3A-B0EA-13F3085928DA}" type="sibTrans" cxnId="{252AB89F-8BA4-49D5-8B77-EC0671028A5F}">
      <dgm:prSet/>
      <dgm:spPr/>
      <dgm:t>
        <a:bodyPr/>
        <a:lstStyle/>
        <a:p>
          <a:endParaRPr lang="en-IN"/>
        </a:p>
      </dgm:t>
    </dgm:pt>
    <dgm:pt modelId="{9EBB007C-52C6-4E79-A65B-B2AD50542F4C}">
      <dgm:prSet phldrT="[Text]"/>
      <dgm:spPr/>
      <dgm:t>
        <a:bodyPr/>
        <a:lstStyle/>
        <a:p>
          <a:pPr>
            <a:buNone/>
          </a:pPr>
          <a:r>
            <a:rPr lang="en-IN" dirty="0"/>
            <a:t>Medical Terminology Correction &amp; Formatting</a:t>
          </a:r>
        </a:p>
      </dgm:t>
    </dgm:pt>
    <dgm:pt modelId="{26973512-28A4-4619-87DD-05E4B2A89B1E}" type="parTrans" cxnId="{3CFCC675-5110-48E5-8851-DEAD6CFAF1A9}">
      <dgm:prSet/>
      <dgm:spPr/>
      <dgm:t>
        <a:bodyPr/>
        <a:lstStyle/>
        <a:p>
          <a:endParaRPr lang="en-IN"/>
        </a:p>
      </dgm:t>
    </dgm:pt>
    <dgm:pt modelId="{35E92D32-D71B-4DC7-B5B1-C84B0C903943}" type="sibTrans" cxnId="{3CFCC675-5110-48E5-8851-DEAD6CFAF1A9}">
      <dgm:prSet/>
      <dgm:spPr/>
      <dgm:t>
        <a:bodyPr/>
        <a:lstStyle/>
        <a:p>
          <a:endParaRPr lang="en-IN"/>
        </a:p>
      </dgm:t>
    </dgm:pt>
    <dgm:pt modelId="{1310DC95-6232-4B6D-956D-0C82F7DBC7F8}">
      <dgm:prSet phldrT="[Text]"/>
      <dgm:spPr/>
      <dgm:t>
        <a:bodyPr/>
        <a:lstStyle/>
        <a:p>
          <a:pPr>
            <a:buNone/>
          </a:pPr>
          <a:r>
            <a:rPr lang="en-IN" dirty="0"/>
            <a:t>Final Clinical Note</a:t>
          </a:r>
        </a:p>
      </dgm:t>
    </dgm:pt>
    <dgm:pt modelId="{F1B84B7B-4E46-4340-99C4-1F7EC096B48C}" type="parTrans" cxnId="{B96EEFF5-BBF1-4030-A49F-DE9E52F399A1}">
      <dgm:prSet/>
      <dgm:spPr/>
      <dgm:t>
        <a:bodyPr/>
        <a:lstStyle/>
        <a:p>
          <a:endParaRPr lang="en-IN"/>
        </a:p>
      </dgm:t>
    </dgm:pt>
    <dgm:pt modelId="{A9AEF5C6-65D7-463D-A082-C08E992D374D}" type="sibTrans" cxnId="{B96EEFF5-BBF1-4030-A49F-DE9E52F399A1}">
      <dgm:prSet/>
      <dgm:spPr/>
      <dgm:t>
        <a:bodyPr/>
        <a:lstStyle/>
        <a:p>
          <a:endParaRPr lang="en-IN"/>
        </a:p>
      </dgm:t>
    </dgm:pt>
    <dgm:pt modelId="{00745DE5-47AC-4AFC-95A7-BF5F17A98A8F}" type="pres">
      <dgm:prSet presAssocID="{82BB9533-E18E-48F9-BEE7-B0A054764328}" presName="theList" presStyleCnt="0">
        <dgm:presLayoutVars>
          <dgm:dir/>
          <dgm:animLvl val="lvl"/>
          <dgm:resizeHandles val="exact"/>
        </dgm:presLayoutVars>
      </dgm:prSet>
      <dgm:spPr/>
    </dgm:pt>
    <dgm:pt modelId="{0F490C71-A34E-4287-9B6C-E5DEBD6B791E}" type="pres">
      <dgm:prSet presAssocID="{0BD33AF1-FE7A-4880-BCF9-658ACC1844C5}" presName="compNode" presStyleCnt="0"/>
      <dgm:spPr/>
    </dgm:pt>
    <dgm:pt modelId="{F9AD714B-F673-4223-BB95-B3E1584BE4BF}" type="pres">
      <dgm:prSet presAssocID="{0BD33AF1-FE7A-4880-BCF9-658ACC1844C5}" presName="noGeometry" presStyleCnt="0"/>
      <dgm:spPr/>
    </dgm:pt>
    <dgm:pt modelId="{F3FC60B0-DDB2-44C5-A6C2-01683B5C8461}" type="pres">
      <dgm:prSet presAssocID="{0BD33AF1-FE7A-4880-BCF9-658ACC1844C5}" presName="childTextVisible" presStyleLbl="bgAccFollowNode1" presStyleIdx="0" presStyleCnt="5" custScaleY="97513" custLinFactNeighborY="175">
        <dgm:presLayoutVars>
          <dgm:bulletEnabled val="1"/>
        </dgm:presLayoutVars>
      </dgm:prSet>
      <dgm:spPr/>
    </dgm:pt>
    <dgm:pt modelId="{DB1B9E06-40DB-417D-BB1F-632A07C06768}" type="pres">
      <dgm:prSet presAssocID="{0BD33AF1-FE7A-4880-BCF9-658ACC1844C5}" presName="childTextHidden" presStyleLbl="bgAccFollowNode1" presStyleIdx="0" presStyleCnt="5"/>
      <dgm:spPr/>
    </dgm:pt>
    <dgm:pt modelId="{90B2E927-6471-4617-A399-296E6ED13A62}" type="pres">
      <dgm:prSet presAssocID="{0BD33AF1-FE7A-4880-BCF9-658ACC1844C5}" presName="parentText" presStyleLbl="node1" presStyleIdx="0" presStyleCnt="5" custScaleX="122455">
        <dgm:presLayoutVars>
          <dgm:chMax val="1"/>
          <dgm:bulletEnabled val="1"/>
        </dgm:presLayoutVars>
      </dgm:prSet>
      <dgm:spPr/>
    </dgm:pt>
    <dgm:pt modelId="{C567AE05-F6B2-4940-B3A7-EF813735BE74}" type="pres">
      <dgm:prSet presAssocID="{0BD33AF1-FE7A-4880-BCF9-658ACC1844C5}" presName="aSpace" presStyleCnt="0"/>
      <dgm:spPr/>
    </dgm:pt>
    <dgm:pt modelId="{8207F634-19DB-42B2-AA01-4CCDCCB6AA68}" type="pres">
      <dgm:prSet presAssocID="{FF14D555-C4D3-4319-A52D-AA96992E5247}" presName="compNode" presStyleCnt="0"/>
      <dgm:spPr/>
    </dgm:pt>
    <dgm:pt modelId="{0EA8C9E9-D661-4CE1-95DC-3F8761A48D73}" type="pres">
      <dgm:prSet presAssocID="{FF14D555-C4D3-4319-A52D-AA96992E5247}" presName="noGeometry" presStyleCnt="0"/>
      <dgm:spPr/>
    </dgm:pt>
    <dgm:pt modelId="{ACD3A5C1-A53B-4170-ABD4-5E41343D4C51}" type="pres">
      <dgm:prSet presAssocID="{FF14D555-C4D3-4319-A52D-AA96992E5247}" presName="childTextVisible" presStyleLbl="bgAccFollowNode1" presStyleIdx="1" presStyleCnt="5" custLinFactNeighborX="3422">
        <dgm:presLayoutVars>
          <dgm:bulletEnabled val="1"/>
        </dgm:presLayoutVars>
      </dgm:prSet>
      <dgm:spPr/>
    </dgm:pt>
    <dgm:pt modelId="{FF9DD1C1-ED40-4438-A2EF-A5A14089ED26}" type="pres">
      <dgm:prSet presAssocID="{FF14D555-C4D3-4319-A52D-AA96992E5247}" presName="childTextHidden" presStyleLbl="bgAccFollowNode1" presStyleIdx="1" presStyleCnt="5"/>
      <dgm:spPr/>
    </dgm:pt>
    <dgm:pt modelId="{1466AA55-0675-4393-BA8A-C07B6B307895}" type="pres">
      <dgm:prSet presAssocID="{FF14D555-C4D3-4319-A52D-AA96992E5247}" presName="parentText" presStyleLbl="node1" presStyleIdx="1" presStyleCnt="5" custScaleX="141676" custScaleY="105006" custLinFactNeighborX="-7902">
        <dgm:presLayoutVars>
          <dgm:chMax val="1"/>
          <dgm:bulletEnabled val="1"/>
        </dgm:presLayoutVars>
      </dgm:prSet>
      <dgm:spPr/>
    </dgm:pt>
    <dgm:pt modelId="{55698542-E5EB-489C-8663-9CF1B79FBADC}" type="pres">
      <dgm:prSet presAssocID="{FF14D555-C4D3-4319-A52D-AA96992E5247}" presName="aSpace" presStyleCnt="0"/>
      <dgm:spPr/>
    </dgm:pt>
    <dgm:pt modelId="{5D67E171-E5A5-4783-97AC-F9A653E527D7}" type="pres">
      <dgm:prSet presAssocID="{9CB8B5FD-E529-4070-84F1-A52C2AE4B076}" presName="compNode" presStyleCnt="0"/>
      <dgm:spPr/>
    </dgm:pt>
    <dgm:pt modelId="{5C1E3FB5-BA77-4747-A84F-7D9116B8CA15}" type="pres">
      <dgm:prSet presAssocID="{9CB8B5FD-E529-4070-84F1-A52C2AE4B076}" presName="noGeometry" presStyleCnt="0"/>
      <dgm:spPr/>
    </dgm:pt>
    <dgm:pt modelId="{A58FF9BA-60ED-4A38-8C90-BA8B42D934AF}" type="pres">
      <dgm:prSet presAssocID="{9CB8B5FD-E529-4070-84F1-A52C2AE4B076}" presName="childTextVisible" presStyleLbl="bgAccFollowNode1" presStyleIdx="2" presStyleCnt="5" custLinFactNeighborX="10952" custLinFactNeighborY="-1566">
        <dgm:presLayoutVars>
          <dgm:bulletEnabled val="1"/>
        </dgm:presLayoutVars>
      </dgm:prSet>
      <dgm:spPr/>
    </dgm:pt>
    <dgm:pt modelId="{B6CFADCD-A0F8-4E5F-B53A-751F73E1F3FB}" type="pres">
      <dgm:prSet presAssocID="{9CB8B5FD-E529-4070-84F1-A52C2AE4B076}" presName="childTextHidden" presStyleLbl="bgAccFollowNode1" presStyleIdx="2" presStyleCnt="5"/>
      <dgm:spPr/>
    </dgm:pt>
    <dgm:pt modelId="{4141D1A7-A751-4533-879D-3032E2A46522}" type="pres">
      <dgm:prSet presAssocID="{9CB8B5FD-E529-4070-84F1-A52C2AE4B076}" presName="parentText" presStyleLbl="node1" presStyleIdx="2" presStyleCnt="5" custScaleX="134185" custScaleY="101024" custLinFactNeighborX="4318">
        <dgm:presLayoutVars>
          <dgm:chMax val="1"/>
          <dgm:bulletEnabled val="1"/>
        </dgm:presLayoutVars>
      </dgm:prSet>
      <dgm:spPr/>
    </dgm:pt>
    <dgm:pt modelId="{4B94E4CC-FC0A-46C7-82FC-FE0AADE8BD1B}" type="pres">
      <dgm:prSet presAssocID="{9CB8B5FD-E529-4070-84F1-A52C2AE4B076}" presName="aSpace" presStyleCnt="0"/>
      <dgm:spPr/>
    </dgm:pt>
    <dgm:pt modelId="{B89CD749-7241-40C6-96B6-025B1BC92C9A}" type="pres">
      <dgm:prSet presAssocID="{40952B18-89C2-4ACC-8BC6-1416F790555D}" presName="compNode" presStyleCnt="0"/>
      <dgm:spPr/>
    </dgm:pt>
    <dgm:pt modelId="{2893573E-4480-42F2-8EFD-A0E6658CB5F6}" type="pres">
      <dgm:prSet presAssocID="{40952B18-89C2-4ACC-8BC6-1416F790555D}" presName="noGeometry" presStyleCnt="0"/>
      <dgm:spPr/>
    </dgm:pt>
    <dgm:pt modelId="{F91A9BE0-79B7-49FD-96FE-376B8D141194}" type="pres">
      <dgm:prSet presAssocID="{40952B18-89C2-4ACC-8BC6-1416F790555D}" presName="childTextVisible" presStyleLbl="bgAccFollowNode1" presStyleIdx="3" presStyleCnt="5" custLinFactNeighborX="21219">
        <dgm:presLayoutVars>
          <dgm:bulletEnabled val="1"/>
        </dgm:presLayoutVars>
      </dgm:prSet>
      <dgm:spPr/>
    </dgm:pt>
    <dgm:pt modelId="{D986DA1C-2667-4D0E-B56E-1EC7AEC53025}" type="pres">
      <dgm:prSet presAssocID="{40952B18-89C2-4ACC-8BC6-1416F790555D}" presName="childTextHidden" presStyleLbl="bgAccFollowNode1" presStyleIdx="3" presStyleCnt="5"/>
      <dgm:spPr/>
    </dgm:pt>
    <dgm:pt modelId="{9BDA2B92-CBEA-465D-8B5C-1E67755A6F08}" type="pres">
      <dgm:prSet presAssocID="{40952B18-89C2-4ACC-8BC6-1416F790555D}" presName="parentText" presStyleLbl="node1" presStyleIdx="3" presStyleCnt="5" custScaleX="127815" custScaleY="96681" custLinFactNeighborX="21904" custLinFactNeighborY="1369">
        <dgm:presLayoutVars>
          <dgm:chMax val="1"/>
          <dgm:bulletEnabled val="1"/>
        </dgm:presLayoutVars>
      </dgm:prSet>
      <dgm:spPr/>
    </dgm:pt>
    <dgm:pt modelId="{294263C7-AC18-4643-B394-3D92AD1E3D7D}" type="pres">
      <dgm:prSet presAssocID="{40952B18-89C2-4ACC-8BC6-1416F790555D}" presName="aSpace" presStyleCnt="0"/>
      <dgm:spPr/>
    </dgm:pt>
    <dgm:pt modelId="{E6282A33-4F66-4FDB-BEDC-80E4A648EB01}" type="pres">
      <dgm:prSet presAssocID="{1310DC95-6232-4B6D-956D-0C82F7DBC7F8}" presName="compNode" presStyleCnt="0"/>
      <dgm:spPr/>
    </dgm:pt>
    <dgm:pt modelId="{1BDACBCC-6ADE-4762-846F-2EEDBBD7C85C}" type="pres">
      <dgm:prSet presAssocID="{1310DC95-6232-4B6D-956D-0C82F7DBC7F8}" presName="noGeometry" presStyleCnt="0"/>
      <dgm:spPr/>
    </dgm:pt>
    <dgm:pt modelId="{3CA535F3-35EE-4260-8E3D-572CB18D97CD}" type="pres">
      <dgm:prSet presAssocID="{1310DC95-6232-4B6D-956D-0C82F7DBC7F8}" presName="childTextVisible" presStyleLbl="bgAccFollowNode1" presStyleIdx="4" presStyleCnt="5" custLinFactNeighborX="12286" custLinFactNeighborY="783">
        <dgm:presLayoutVars>
          <dgm:bulletEnabled val="1"/>
        </dgm:presLayoutVars>
      </dgm:prSet>
      <dgm:spPr/>
    </dgm:pt>
    <dgm:pt modelId="{7D841183-2CBB-4484-A545-34809AABEF03}" type="pres">
      <dgm:prSet presAssocID="{1310DC95-6232-4B6D-956D-0C82F7DBC7F8}" presName="childTextHidden" presStyleLbl="bgAccFollowNode1" presStyleIdx="4" presStyleCnt="5"/>
      <dgm:spPr/>
    </dgm:pt>
    <dgm:pt modelId="{A17271AC-F21C-4D00-B5CB-59F25EBF401B}" type="pres">
      <dgm:prSet presAssocID="{1310DC95-6232-4B6D-956D-0C82F7DBC7F8}" presName="parentText" presStyleLbl="node1" presStyleIdx="4" presStyleCnt="5" custScaleX="133686" custScaleY="92368" custLinFactNeighborX="39932" custLinFactNeighborY="1369">
        <dgm:presLayoutVars>
          <dgm:chMax val="1"/>
          <dgm:bulletEnabled val="1"/>
        </dgm:presLayoutVars>
      </dgm:prSet>
      <dgm:spPr/>
    </dgm:pt>
  </dgm:ptLst>
  <dgm:cxnLst>
    <dgm:cxn modelId="{4B0B7B03-D286-422B-9C75-645EC163B9FA}" type="presOf" srcId="{EDA7E8C6-E0B7-4790-AB2F-0ED1167F3854}" destId="{B6CFADCD-A0F8-4E5F-B53A-751F73E1F3FB}" srcOrd="1" destOrd="0" presId="urn:microsoft.com/office/officeart/2005/8/layout/hProcess6"/>
    <dgm:cxn modelId="{29730A05-26E8-456C-9C65-A035DA44EF36}" type="presOf" srcId="{9EBB007C-52C6-4E79-A65B-B2AD50542F4C}" destId="{F91A9BE0-79B7-49FD-96FE-376B8D141194}" srcOrd="0" destOrd="0" presId="urn:microsoft.com/office/officeart/2005/8/layout/hProcess6"/>
    <dgm:cxn modelId="{AB27170E-3EF5-4064-81CA-FF8D577B5CBA}" srcId="{82BB9533-E18E-48F9-BEE7-B0A054764328}" destId="{0BD33AF1-FE7A-4880-BCF9-658ACC1844C5}" srcOrd="0" destOrd="0" parTransId="{4AF1266D-FFC0-4A1B-829C-E3C9B88308BF}" sibTransId="{A0FFF63F-4F5A-4BDE-A1BE-9A6F0B86FCBD}"/>
    <dgm:cxn modelId="{E43B2816-976D-44FE-96B4-5B9DE43E0E71}" type="presOf" srcId="{EDA7E8C6-E0B7-4790-AB2F-0ED1167F3854}" destId="{A58FF9BA-60ED-4A38-8C90-BA8B42D934AF}" srcOrd="0" destOrd="0" presId="urn:microsoft.com/office/officeart/2005/8/layout/hProcess6"/>
    <dgm:cxn modelId="{C1260046-B958-49CF-BB55-16C5C1F878CB}" srcId="{82BB9533-E18E-48F9-BEE7-B0A054764328}" destId="{9CB8B5FD-E529-4070-84F1-A52C2AE4B076}" srcOrd="2" destOrd="0" parTransId="{4526084F-B936-40FE-8F40-85962C8FA0C3}" sibTransId="{FA00E3DB-E6E2-42FF-A1B5-F8246720AB62}"/>
    <dgm:cxn modelId="{F04A7747-4B5F-406B-BE95-A39F2837EB73}" type="presOf" srcId="{01BF577B-4200-4236-94E6-92EADED570A4}" destId="{F3FC60B0-DDB2-44C5-A6C2-01683B5C8461}" srcOrd="0" destOrd="0" presId="urn:microsoft.com/office/officeart/2005/8/layout/hProcess6"/>
    <dgm:cxn modelId="{699ECB4A-F835-4147-B9AF-CBDCA58CA09F}" srcId="{FF14D555-C4D3-4319-A52D-AA96992E5247}" destId="{7C0D7496-60FE-4F80-9D6D-8A187597F112}" srcOrd="0" destOrd="0" parTransId="{2FE65DBD-753D-4898-8AD5-A68405592D4D}" sibTransId="{E8661083-180B-4C25-A72D-4BAE0F78DC33}"/>
    <dgm:cxn modelId="{94865F75-DE4D-4FB4-949C-B71AD6A05279}" type="presOf" srcId="{01BF577B-4200-4236-94E6-92EADED570A4}" destId="{DB1B9E06-40DB-417D-BB1F-632A07C06768}" srcOrd="1" destOrd="0" presId="urn:microsoft.com/office/officeart/2005/8/layout/hProcess6"/>
    <dgm:cxn modelId="{3CFCC675-5110-48E5-8851-DEAD6CFAF1A9}" srcId="{40952B18-89C2-4ACC-8BC6-1416F790555D}" destId="{9EBB007C-52C6-4E79-A65B-B2AD50542F4C}" srcOrd="0" destOrd="0" parTransId="{26973512-28A4-4619-87DD-05E4B2A89B1E}" sibTransId="{35E92D32-D71B-4DC7-B5B1-C84B0C903943}"/>
    <dgm:cxn modelId="{FA3CFE7D-3EB2-453A-86EC-66DD4C87D0CA}" srcId="{82BB9533-E18E-48F9-BEE7-B0A054764328}" destId="{FF14D555-C4D3-4319-A52D-AA96992E5247}" srcOrd="1" destOrd="0" parTransId="{139BAD72-2297-4E1A-9EBD-E02C62C76B98}" sibTransId="{E57A0BD7-0F69-4DA4-9AAD-FA1CE6634906}"/>
    <dgm:cxn modelId="{7433599B-FB1E-4E38-A8DD-FAC11136E327}" type="presOf" srcId="{FF14D555-C4D3-4319-A52D-AA96992E5247}" destId="{1466AA55-0675-4393-BA8A-C07B6B307895}" srcOrd="0" destOrd="0" presId="urn:microsoft.com/office/officeart/2005/8/layout/hProcess6"/>
    <dgm:cxn modelId="{252AB89F-8BA4-49D5-8B77-EC0671028A5F}" srcId="{82BB9533-E18E-48F9-BEE7-B0A054764328}" destId="{40952B18-89C2-4ACC-8BC6-1416F790555D}" srcOrd="3" destOrd="0" parTransId="{DBDE0B77-AB61-4A84-82A7-E0C5855D437D}" sibTransId="{DBEE9B6E-57FB-4B3A-B0EA-13F3085928DA}"/>
    <dgm:cxn modelId="{7A92D4B0-44D6-40AC-9FC2-64BD6D56AD8A}" type="presOf" srcId="{0BD33AF1-FE7A-4880-BCF9-658ACC1844C5}" destId="{90B2E927-6471-4617-A399-296E6ED13A62}" srcOrd="0" destOrd="0" presId="urn:microsoft.com/office/officeart/2005/8/layout/hProcess6"/>
    <dgm:cxn modelId="{7801DFB0-01F9-493A-915E-54DDD944ED49}" type="presOf" srcId="{40952B18-89C2-4ACC-8BC6-1416F790555D}" destId="{9BDA2B92-CBEA-465D-8B5C-1E67755A6F08}" srcOrd="0" destOrd="0" presId="urn:microsoft.com/office/officeart/2005/8/layout/hProcess6"/>
    <dgm:cxn modelId="{5975D0B7-6462-4583-81C6-A7356D189578}" type="presOf" srcId="{9CB8B5FD-E529-4070-84F1-A52C2AE4B076}" destId="{4141D1A7-A751-4533-879D-3032E2A46522}" srcOrd="0" destOrd="0" presId="urn:microsoft.com/office/officeart/2005/8/layout/hProcess6"/>
    <dgm:cxn modelId="{6CFEB6E1-617A-44E0-AC8B-947C9C2361E6}" srcId="{0BD33AF1-FE7A-4880-BCF9-658ACC1844C5}" destId="{01BF577B-4200-4236-94E6-92EADED570A4}" srcOrd="0" destOrd="0" parTransId="{25A767A0-00FB-4335-8D7F-6ACC87E598F5}" sibTransId="{E9ACAB1A-F347-46D7-99F5-EAF0DD232D6C}"/>
    <dgm:cxn modelId="{ACC3E0E5-1D58-4568-A916-7B0FD10ABA94}" type="presOf" srcId="{1310DC95-6232-4B6D-956D-0C82F7DBC7F8}" destId="{A17271AC-F21C-4D00-B5CB-59F25EBF401B}" srcOrd="0" destOrd="0" presId="urn:microsoft.com/office/officeart/2005/8/layout/hProcess6"/>
    <dgm:cxn modelId="{F06923E6-E5A6-4A9B-88ED-E94ADE7150EA}" type="presOf" srcId="{82BB9533-E18E-48F9-BEE7-B0A054764328}" destId="{00745DE5-47AC-4AFC-95A7-BF5F17A98A8F}" srcOrd="0" destOrd="0" presId="urn:microsoft.com/office/officeart/2005/8/layout/hProcess6"/>
    <dgm:cxn modelId="{5C4E31E7-F49F-4F56-AB1A-ACC1607D00C0}" type="presOf" srcId="{9EBB007C-52C6-4E79-A65B-B2AD50542F4C}" destId="{D986DA1C-2667-4D0E-B56E-1EC7AEC53025}" srcOrd="1" destOrd="0" presId="urn:microsoft.com/office/officeart/2005/8/layout/hProcess6"/>
    <dgm:cxn modelId="{1153BCEF-4C84-498A-ACA8-CA91D8C28D80}" type="presOf" srcId="{7C0D7496-60FE-4F80-9D6D-8A187597F112}" destId="{ACD3A5C1-A53B-4170-ABD4-5E41343D4C51}" srcOrd="0" destOrd="0" presId="urn:microsoft.com/office/officeart/2005/8/layout/hProcess6"/>
    <dgm:cxn modelId="{B96EEFF5-BBF1-4030-A49F-DE9E52F399A1}" srcId="{82BB9533-E18E-48F9-BEE7-B0A054764328}" destId="{1310DC95-6232-4B6D-956D-0C82F7DBC7F8}" srcOrd="4" destOrd="0" parTransId="{F1B84B7B-4E46-4340-99C4-1F7EC096B48C}" sibTransId="{A9AEF5C6-65D7-463D-A082-C08E992D374D}"/>
    <dgm:cxn modelId="{472C32F6-9215-46A0-AA0A-7D0F5F48FE07}" srcId="{9CB8B5FD-E529-4070-84F1-A52C2AE4B076}" destId="{EDA7E8C6-E0B7-4790-AB2F-0ED1167F3854}" srcOrd="0" destOrd="0" parTransId="{F9F0FA2E-99E0-49CA-BAD5-BF577970F390}" sibTransId="{A0D4A207-F4EE-4B26-9A59-543FDA935224}"/>
    <dgm:cxn modelId="{B17382F9-D2C1-49D0-8B5F-BE057BBF39A2}" type="presOf" srcId="{7C0D7496-60FE-4F80-9D6D-8A187597F112}" destId="{FF9DD1C1-ED40-4438-A2EF-A5A14089ED26}" srcOrd="1" destOrd="0" presId="urn:microsoft.com/office/officeart/2005/8/layout/hProcess6"/>
    <dgm:cxn modelId="{E2212A69-9D2C-4ED0-BA00-B1313CE1394F}" type="presParOf" srcId="{00745DE5-47AC-4AFC-95A7-BF5F17A98A8F}" destId="{0F490C71-A34E-4287-9B6C-E5DEBD6B791E}" srcOrd="0" destOrd="0" presId="urn:microsoft.com/office/officeart/2005/8/layout/hProcess6"/>
    <dgm:cxn modelId="{2DE730AB-9AA4-4279-8DC0-6098A97DC304}" type="presParOf" srcId="{0F490C71-A34E-4287-9B6C-E5DEBD6B791E}" destId="{F9AD714B-F673-4223-BB95-B3E1584BE4BF}" srcOrd="0" destOrd="0" presId="urn:microsoft.com/office/officeart/2005/8/layout/hProcess6"/>
    <dgm:cxn modelId="{71A8D553-F25C-4175-92BA-80FD97E9A5BC}" type="presParOf" srcId="{0F490C71-A34E-4287-9B6C-E5DEBD6B791E}" destId="{F3FC60B0-DDB2-44C5-A6C2-01683B5C8461}" srcOrd="1" destOrd="0" presId="urn:microsoft.com/office/officeart/2005/8/layout/hProcess6"/>
    <dgm:cxn modelId="{72A08C0E-D4C8-471E-BFB9-142690091E84}" type="presParOf" srcId="{0F490C71-A34E-4287-9B6C-E5DEBD6B791E}" destId="{DB1B9E06-40DB-417D-BB1F-632A07C06768}" srcOrd="2" destOrd="0" presId="urn:microsoft.com/office/officeart/2005/8/layout/hProcess6"/>
    <dgm:cxn modelId="{1B069809-18AA-4F79-9A21-94096B02995F}" type="presParOf" srcId="{0F490C71-A34E-4287-9B6C-E5DEBD6B791E}" destId="{90B2E927-6471-4617-A399-296E6ED13A62}" srcOrd="3" destOrd="0" presId="urn:microsoft.com/office/officeart/2005/8/layout/hProcess6"/>
    <dgm:cxn modelId="{CE1374EC-EB67-4DE2-81BA-BFCE10FF5DD2}" type="presParOf" srcId="{00745DE5-47AC-4AFC-95A7-BF5F17A98A8F}" destId="{C567AE05-F6B2-4940-B3A7-EF813735BE74}" srcOrd="1" destOrd="0" presId="urn:microsoft.com/office/officeart/2005/8/layout/hProcess6"/>
    <dgm:cxn modelId="{6B72BF9B-CC5B-4282-8E1B-EDE362570974}" type="presParOf" srcId="{00745DE5-47AC-4AFC-95A7-BF5F17A98A8F}" destId="{8207F634-19DB-42B2-AA01-4CCDCCB6AA68}" srcOrd="2" destOrd="0" presId="urn:microsoft.com/office/officeart/2005/8/layout/hProcess6"/>
    <dgm:cxn modelId="{15862A01-9B2F-447D-BE8F-1C7E5D65E1AA}" type="presParOf" srcId="{8207F634-19DB-42B2-AA01-4CCDCCB6AA68}" destId="{0EA8C9E9-D661-4CE1-95DC-3F8761A48D73}" srcOrd="0" destOrd="0" presId="urn:microsoft.com/office/officeart/2005/8/layout/hProcess6"/>
    <dgm:cxn modelId="{F42CEF66-24EA-417A-92E5-F9E5B853C864}" type="presParOf" srcId="{8207F634-19DB-42B2-AA01-4CCDCCB6AA68}" destId="{ACD3A5C1-A53B-4170-ABD4-5E41343D4C51}" srcOrd="1" destOrd="0" presId="urn:microsoft.com/office/officeart/2005/8/layout/hProcess6"/>
    <dgm:cxn modelId="{6B35EC3B-E283-46E6-B758-7ED47DD4CAE5}" type="presParOf" srcId="{8207F634-19DB-42B2-AA01-4CCDCCB6AA68}" destId="{FF9DD1C1-ED40-4438-A2EF-A5A14089ED26}" srcOrd="2" destOrd="0" presId="urn:microsoft.com/office/officeart/2005/8/layout/hProcess6"/>
    <dgm:cxn modelId="{D4920973-FE0F-45EB-B6DF-71883CA3F411}" type="presParOf" srcId="{8207F634-19DB-42B2-AA01-4CCDCCB6AA68}" destId="{1466AA55-0675-4393-BA8A-C07B6B307895}" srcOrd="3" destOrd="0" presId="urn:microsoft.com/office/officeart/2005/8/layout/hProcess6"/>
    <dgm:cxn modelId="{C08758A9-223F-42FF-8A49-E7BCF8437BF8}" type="presParOf" srcId="{00745DE5-47AC-4AFC-95A7-BF5F17A98A8F}" destId="{55698542-E5EB-489C-8663-9CF1B79FBADC}" srcOrd="3" destOrd="0" presId="urn:microsoft.com/office/officeart/2005/8/layout/hProcess6"/>
    <dgm:cxn modelId="{E7567196-CFCB-43A6-B2E9-BD6462EAFBE8}" type="presParOf" srcId="{00745DE5-47AC-4AFC-95A7-BF5F17A98A8F}" destId="{5D67E171-E5A5-4783-97AC-F9A653E527D7}" srcOrd="4" destOrd="0" presId="urn:microsoft.com/office/officeart/2005/8/layout/hProcess6"/>
    <dgm:cxn modelId="{D0FF81EB-243F-4BB0-8B76-608843046F66}" type="presParOf" srcId="{5D67E171-E5A5-4783-97AC-F9A653E527D7}" destId="{5C1E3FB5-BA77-4747-A84F-7D9116B8CA15}" srcOrd="0" destOrd="0" presId="urn:microsoft.com/office/officeart/2005/8/layout/hProcess6"/>
    <dgm:cxn modelId="{64815E12-2B44-466F-8E55-A0E6794940C8}" type="presParOf" srcId="{5D67E171-E5A5-4783-97AC-F9A653E527D7}" destId="{A58FF9BA-60ED-4A38-8C90-BA8B42D934AF}" srcOrd="1" destOrd="0" presId="urn:microsoft.com/office/officeart/2005/8/layout/hProcess6"/>
    <dgm:cxn modelId="{2EC186FE-3D18-4D1D-A9C2-70EA32C71509}" type="presParOf" srcId="{5D67E171-E5A5-4783-97AC-F9A653E527D7}" destId="{B6CFADCD-A0F8-4E5F-B53A-751F73E1F3FB}" srcOrd="2" destOrd="0" presId="urn:microsoft.com/office/officeart/2005/8/layout/hProcess6"/>
    <dgm:cxn modelId="{F160864F-F7B5-416E-86BB-512433479AF6}" type="presParOf" srcId="{5D67E171-E5A5-4783-97AC-F9A653E527D7}" destId="{4141D1A7-A751-4533-879D-3032E2A46522}" srcOrd="3" destOrd="0" presId="urn:microsoft.com/office/officeart/2005/8/layout/hProcess6"/>
    <dgm:cxn modelId="{F50BA1AB-0482-4B92-9401-C9AB5EC8A4CF}" type="presParOf" srcId="{00745DE5-47AC-4AFC-95A7-BF5F17A98A8F}" destId="{4B94E4CC-FC0A-46C7-82FC-FE0AADE8BD1B}" srcOrd="5" destOrd="0" presId="urn:microsoft.com/office/officeart/2005/8/layout/hProcess6"/>
    <dgm:cxn modelId="{1E456FCD-8651-4957-AD52-7BE6B872694F}" type="presParOf" srcId="{00745DE5-47AC-4AFC-95A7-BF5F17A98A8F}" destId="{B89CD749-7241-40C6-96B6-025B1BC92C9A}" srcOrd="6" destOrd="0" presId="urn:microsoft.com/office/officeart/2005/8/layout/hProcess6"/>
    <dgm:cxn modelId="{70B991C2-453F-4EFB-AB82-595B0C673166}" type="presParOf" srcId="{B89CD749-7241-40C6-96B6-025B1BC92C9A}" destId="{2893573E-4480-42F2-8EFD-A0E6658CB5F6}" srcOrd="0" destOrd="0" presId="urn:microsoft.com/office/officeart/2005/8/layout/hProcess6"/>
    <dgm:cxn modelId="{FAD0B005-040C-4D37-8B43-5333687983AA}" type="presParOf" srcId="{B89CD749-7241-40C6-96B6-025B1BC92C9A}" destId="{F91A9BE0-79B7-49FD-96FE-376B8D141194}" srcOrd="1" destOrd="0" presId="urn:microsoft.com/office/officeart/2005/8/layout/hProcess6"/>
    <dgm:cxn modelId="{C94EC76B-F991-402C-A0C7-B9EF8F53E228}" type="presParOf" srcId="{B89CD749-7241-40C6-96B6-025B1BC92C9A}" destId="{D986DA1C-2667-4D0E-B56E-1EC7AEC53025}" srcOrd="2" destOrd="0" presId="urn:microsoft.com/office/officeart/2005/8/layout/hProcess6"/>
    <dgm:cxn modelId="{E54B2868-E9B4-481F-87A3-BD08A67E8413}" type="presParOf" srcId="{B89CD749-7241-40C6-96B6-025B1BC92C9A}" destId="{9BDA2B92-CBEA-465D-8B5C-1E67755A6F08}" srcOrd="3" destOrd="0" presId="urn:microsoft.com/office/officeart/2005/8/layout/hProcess6"/>
    <dgm:cxn modelId="{8C686962-2EC6-49B0-B625-374B882ADDBB}" type="presParOf" srcId="{00745DE5-47AC-4AFC-95A7-BF5F17A98A8F}" destId="{294263C7-AC18-4643-B394-3D92AD1E3D7D}" srcOrd="7" destOrd="0" presId="urn:microsoft.com/office/officeart/2005/8/layout/hProcess6"/>
    <dgm:cxn modelId="{2C3A475A-00EE-4DAB-B6BF-9C32387EB327}" type="presParOf" srcId="{00745DE5-47AC-4AFC-95A7-BF5F17A98A8F}" destId="{E6282A33-4F66-4FDB-BEDC-80E4A648EB01}" srcOrd="8" destOrd="0" presId="urn:microsoft.com/office/officeart/2005/8/layout/hProcess6"/>
    <dgm:cxn modelId="{E0C9826B-E66A-435A-952D-C9A142DAA356}" type="presParOf" srcId="{E6282A33-4F66-4FDB-BEDC-80E4A648EB01}" destId="{1BDACBCC-6ADE-4762-846F-2EEDBBD7C85C}" srcOrd="0" destOrd="0" presId="urn:microsoft.com/office/officeart/2005/8/layout/hProcess6"/>
    <dgm:cxn modelId="{267DCBD2-B6FC-4647-AC81-05129C2F56E9}" type="presParOf" srcId="{E6282A33-4F66-4FDB-BEDC-80E4A648EB01}" destId="{3CA535F3-35EE-4260-8E3D-572CB18D97CD}" srcOrd="1" destOrd="0" presId="urn:microsoft.com/office/officeart/2005/8/layout/hProcess6"/>
    <dgm:cxn modelId="{61D76199-2F06-477F-B7E3-7690D2AF1BBB}" type="presParOf" srcId="{E6282A33-4F66-4FDB-BEDC-80E4A648EB01}" destId="{7D841183-2CBB-4484-A545-34809AABEF03}" srcOrd="2" destOrd="0" presId="urn:microsoft.com/office/officeart/2005/8/layout/hProcess6"/>
    <dgm:cxn modelId="{9A1548B0-2EE7-4A56-91D8-BD16A7402E8F}" type="presParOf" srcId="{E6282A33-4F66-4FDB-BEDC-80E4A648EB01}" destId="{A17271AC-F21C-4D00-B5CB-59F25EBF401B}" srcOrd="3" destOrd="0" presId="urn:microsoft.com/office/officeart/2005/8/layout/hProcess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FC60B0-DDB2-44C5-A6C2-01683B5C8461}">
      <dsp:nvSpPr>
        <dsp:cNvPr id="0" name=""/>
        <dsp:cNvSpPr/>
      </dsp:nvSpPr>
      <dsp:spPr>
        <a:xfrm>
          <a:off x="541552" y="1294705"/>
          <a:ext cx="1766887" cy="1506070"/>
        </a:xfrm>
        <a:prstGeom prst="rightArrow">
          <a:avLst>
            <a:gd name="adj1" fmla="val 70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7620" rIns="1524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/>
            <a:t>Clinical dictation</a:t>
          </a:r>
        </a:p>
      </dsp:txBody>
      <dsp:txXfrm>
        <a:off x="983274" y="1520616"/>
        <a:ext cx="861357" cy="1054249"/>
      </dsp:txXfrm>
    </dsp:sp>
    <dsp:sp modelId="{90B2E927-6471-4617-A399-296E6ED13A62}">
      <dsp:nvSpPr>
        <dsp:cNvPr id="0" name=""/>
        <dsp:cNvSpPr/>
      </dsp:nvSpPr>
      <dsp:spPr>
        <a:xfrm>
          <a:off x="642" y="1603316"/>
          <a:ext cx="1081820" cy="88344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 dirty="0"/>
            <a:t>Audio</a:t>
          </a:r>
        </a:p>
      </dsp:txBody>
      <dsp:txXfrm>
        <a:off x="159071" y="1732693"/>
        <a:ext cx="764962" cy="624689"/>
      </dsp:txXfrm>
    </dsp:sp>
    <dsp:sp modelId="{ACD3A5C1-A53B-4170-ABD4-5E41343D4C51}">
      <dsp:nvSpPr>
        <dsp:cNvPr id="0" name=""/>
        <dsp:cNvSpPr/>
      </dsp:nvSpPr>
      <dsp:spPr>
        <a:xfrm>
          <a:off x="3105147" y="1272797"/>
          <a:ext cx="1766887" cy="1544481"/>
        </a:xfrm>
        <a:prstGeom prst="rightArrow">
          <a:avLst>
            <a:gd name="adj1" fmla="val 70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7620" rIns="1524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Resampling to 16kHz, Noise Reduction</a:t>
          </a:r>
          <a:endParaRPr lang="en-IN" sz="1200" kern="1200" dirty="0"/>
        </a:p>
      </dsp:txBody>
      <dsp:txXfrm>
        <a:off x="3546869" y="1504469"/>
        <a:ext cx="861357" cy="1081137"/>
      </dsp:txXfrm>
    </dsp:sp>
    <dsp:sp modelId="{1466AA55-0675-4393-BA8A-C07B6B307895}">
      <dsp:nvSpPr>
        <dsp:cNvPr id="0" name=""/>
        <dsp:cNvSpPr/>
      </dsp:nvSpPr>
      <dsp:spPr>
        <a:xfrm>
          <a:off x="2349060" y="1581204"/>
          <a:ext cx="1251627" cy="92766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 dirty="0"/>
            <a:t>Pre-processing</a:t>
          </a:r>
        </a:p>
      </dsp:txBody>
      <dsp:txXfrm>
        <a:off x="2532357" y="1717058"/>
        <a:ext cx="885033" cy="655960"/>
      </dsp:txXfrm>
    </dsp:sp>
    <dsp:sp modelId="{A58FF9BA-60ED-4A38-8C90-BA8B42D934AF}">
      <dsp:nvSpPr>
        <dsp:cNvPr id="0" name=""/>
        <dsp:cNvSpPr/>
      </dsp:nvSpPr>
      <dsp:spPr>
        <a:xfrm>
          <a:off x="5708236" y="1248610"/>
          <a:ext cx="1766887" cy="1544481"/>
        </a:xfrm>
        <a:prstGeom prst="rightArrow">
          <a:avLst>
            <a:gd name="adj1" fmla="val 70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7620" rIns="1524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/>
            <a:t>Initial Inference</a:t>
          </a:r>
        </a:p>
      </dsp:txBody>
      <dsp:txXfrm>
        <a:off x="6149958" y="1480282"/>
        <a:ext cx="861357" cy="1081137"/>
      </dsp:txXfrm>
    </dsp:sp>
    <dsp:sp modelId="{4141D1A7-A751-4533-879D-3032E2A46522}">
      <dsp:nvSpPr>
        <dsp:cNvPr id="0" name=""/>
        <dsp:cNvSpPr/>
      </dsp:nvSpPr>
      <dsp:spPr>
        <a:xfrm>
          <a:off x="4960149" y="1598793"/>
          <a:ext cx="1185448" cy="89249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 dirty="0"/>
            <a:t>Whisper Small Model</a:t>
          </a:r>
        </a:p>
      </dsp:txBody>
      <dsp:txXfrm>
        <a:off x="5133754" y="1729495"/>
        <a:ext cx="838238" cy="631086"/>
      </dsp:txXfrm>
    </dsp:sp>
    <dsp:sp modelId="{F91A9BE0-79B7-49FD-96FE-376B8D141194}">
      <dsp:nvSpPr>
        <dsp:cNvPr id="0" name=""/>
        <dsp:cNvSpPr/>
      </dsp:nvSpPr>
      <dsp:spPr>
        <a:xfrm>
          <a:off x="8331547" y="1272797"/>
          <a:ext cx="1766887" cy="1544481"/>
        </a:xfrm>
        <a:prstGeom prst="rightArrow">
          <a:avLst>
            <a:gd name="adj1" fmla="val 70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7620" rIns="1524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/>
            <a:t>Medical Terminology Correction &amp; Formatting</a:t>
          </a:r>
        </a:p>
      </dsp:txBody>
      <dsp:txXfrm>
        <a:off x="8773268" y="1504469"/>
        <a:ext cx="861357" cy="1081137"/>
      </dsp:txXfrm>
    </dsp:sp>
    <dsp:sp modelId="{9BDA2B92-CBEA-465D-8B5C-1E67755A6F08}">
      <dsp:nvSpPr>
        <dsp:cNvPr id="0" name=""/>
        <dsp:cNvSpPr/>
      </dsp:nvSpPr>
      <dsp:spPr>
        <a:xfrm>
          <a:off x="7585554" y="1630071"/>
          <a:ext cx="1129173" cy="85412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 dirty="0"/>
            <a:t>Gemini LLM</a:t>
          </a:r>
        </a:p>
      </dsp:txBody>
      <dsp:txXfrm>
        <a:off x="7750918" y="1755154"/>
        <a:ext cx="798445" cy="603956"/>
      </dsp:txXfrm>
    </dsp:sp>
    <dsp:sp modelId="{3CA535F3-35EE-4260-8E3D-572CB18D97CD}">
      <dsp:nvSpPr>
        <dsp:cNvPr id="0" name=""/>
        <dsp:cNvSpPr/>
      </dsp:nvSpPr>
      <dsp:spPr>
        <a:xfrm>
          <a:off x="10425111" y="1284890"/>
          <a:ext cx="1766887" cy="1544481"/>
        </a:xfrm>
        <a:prstGeom prst="rightArrow">
          <a:avLst>
            <a:gd name="adj1" fmla="val 70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7271AC-F21C-4D00-B5CB-59F25EBF401B}">
      <dsp:nvSpPr>
        <dsp:cNvPr id="0" name=""/>
        <dsp:cNvSpPr/>
      </dsp:nvSpPr>
      <dsp:spPr>
        <a:xfrm>
          <a:off x="10186725" y="1649123"/>
          <a:ext cx="1181040" cy="81601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 dirty="0"/>
            <a:t>Final Clinical Note</a:t>
          </a:r>
        </a:p>
      </dsp:txBody>
      <dsp:txXfrm>
        <a:off x="10359684" y="1768626"/>
        <a:ext cx="835122" cy="57701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6">
  <dgm:title val=""/>
  <dgm:desc val=""/>
  <dgm:catLst>
    <dgm:cat type="process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L"/>
          <dgm:param type="nodeHorzAlign" val="l"/>
        </dgm:alg>
      </dgm:if>
      <dgm:else name="Name2">
        <dgm:alg type="lin">
          <dgm:param type="linDir" val="from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refFor="ch" refForName="compNode" fact="0.7"/>
      <dgm:constr type="ctrY" for="ch" forName="compNode" refType="h" fact="0.5"/>
      <dgm:constr type="w" for="ch" forName="aSpace" refType="w" fact="0.05"/>
      <dgm:constr type="primFontSz" for="des" forName="childTextHidden" op="equ" val="65"/>
      <dgm:constr type="primFontSz" for="des" forName="parentText" op="equ"/>
    </dgm:constrLst>
    <dgm:ruleLst/>
    <dgm:forEach name="aNodeForEach" axis="ch" ptType="node">
      <dgm:layoutNode name="compNode">
        <dgm:alg type="composite">
          <dgm:param type="ar" val="1.43"/>
        </dgm:alg>
        <dgm:shape xmlns:r="http://schemas.openxmlformats.org/officeDocument/2006/relationships" r:blip="">
          <dgm:adjLst/>
        </dgm:shape>
        <dgm:presOf/>
        <dgm:choose name="Name3">
          <dgm:if name="Name4" func="var" arg="dir" op="equ" val="norm">
            <dgm:constrLst>
              <dgm:constr type="w" for="ch" forName="childTextVisible" refType="w" fact="0.8"/>
              <dgm:constr type="h" for="ch" forName="childTextVisible" refType="h"/>
              <dgm:constr type="r" for="ch" forName="childTextVisible" refType="w"/>
              <dgm:constr type="w" for="ch" forName="childTextHidden" refType="w" fact="0.6"/>
              <dgm:constr type="h" for="ch" forName="childTextHidden" refType="h"/>
              <dgm:constr type="r" for="ch" forName="childTextHidden" refType="w"/>
              <dgm:constr type="l" for="ch" forName="parentText"/>
              <dgm:constr type="w" for="ch" forName="parentText" refType="w" fact="0.4"/>
              <dgm:constr type="h" for="ch" forName="parentText" refType="w" refFor="ch" refForName="parentText" op="equ"/>
              <dgm:constr type="ctrY" for="ch" forName="parentText" refType="h" fact="0.5"/>
            </dgm:constrLst>
          </dgm:if>
          <dgm:else name="Name5">
            <dgm:constrLst>
              <dgm:constr type="w" for="ch" forName="childTextVisible" refType="w" fact="0.8"/>
              <dgm:constr type="h" for="ch" forName="childTextVisible" refType="h"/>
              <dgm:constr type="l" for="ch" forName="childTextVisible"/>
              <dgm:constr type="w" for="ch" forName="childTextHidden" refType="w" fact="0.6"/>
              <dgm:constr type="h" for="ch" forName="childTextHidden" refType="h"/>
              <dgm:constr type="l" for="ch" forName="childTextHidden"/>
              <dgm:constr type="r" for="ch" forName="parentText" refType="w"/>
              <dgm:constr type="w" for="ch" forName="parentText" refType="w" fact="0.4"/>
              <dgm:constr type="h" for="ch" forName="parentText" refType="w" refFor="ch" refForName="parentText" op="equ"/>
              <dgm:constr type="ctrY" for="ch" forName="parentText" refType="h" fact="0.5"/>
            </dgm:constrLst>
          </dgm:else>
        </dgm:choose>
        <dgm:ruleLst/>
        <dgm:layoutNode name="noGeometry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childTextVisible" styleLbl="bgAccFollowNode1">
          <dgm:varLst>
            <dgm:bulletEnabled val="1"/>
          </dgm:varLst>
          <dgm:alg type="sp"/>
          <dgm:choose name="Name6">
            <dgm:if name="Name7" func="var" arg="dir" op="equ" val="norm">
              <dgm:shape xmlns:r="http://schemas.openxmlformats.org/officeDocument/2006/relationships" type="rightArrow" r:blip="">
                <dgm:adjLst>
                  <dgm:adj idx="1" val="0.7"/>
                  <dgm:adj idx="2" val="0.5"/>
                </dgm:adjLst>
              </dgm:shape>
            </dgm:if>
            <dgm:else name="Name8">
              <dgm:shape xmlns:r="http://schemas.openxmlformats.org/officeDocument/2006/relationships" type="leftArrow" r:blip="">
                <dgm:adjLst>
                  <dgm:adj idx="1" val="0.7"/>
                  <dgm:adj idx="2" val="0.5"/>
                </dgm:adjLst>
              </dgm:shape>
            </dgm:else>
          </dgm:choose>
          <dgm:presOf axis="des" ptType="node"/>
          <dgm:constrLst/>
          <dgm:ruleLst/>
        </dgm:layoutNode>
        <dgm:layoutNode name="childTextHidden" styleLbl="bgAccFollowNode1">
          <dgm:choose name="Name9">
            <dgm:if name="Name10" axis="des followSib" ptType="node node" st="1 1" cnt="1 0" func="cnt" op="gte" val="1">
              <dgm:alg type="tx">
                <dgm:param type="stBulletLvl" val="1"/>
                <dgm:param type="txAnchorVertCh" val="mid"/>
              </dgm:alg>
            </dgm:if>
            <dgm:else name="Name11">
              <dgm:alg type="tx">
                <dgm:param type="stBulletLvl" val="2"/>
                <dgm:param type="txAnchorVertCh" val="mid"/>
              </dgm:alg>
            </dgm:else>
          </dgm:choose>
          <dgm:choose name="Name12">
            <dgm:if name="Name13" func="var" arg="dir" op="equ" val="norm">
              <dgm:shape xmlns:r="http://schemas.openxmlformats.org/officeDocument/2006/relationships" type="rightArrow" r:blip="" hideGeom="1">
                <dgm:adjLst>
                  <dgm:adj idx="1" val="0.7"/>
                  <dgm:adj idx="2" val="0.5"/>
                </dgm:adjLst>
              </dgm:shape>
            </dgm:if>
            <dgm:else name="Name14">
              <dgm:shape xmlns:r="http://schemas.openxmlformats.org/officeDocument/2006/relationships" type="leftArrow" r:blip="" hideGeom="1">
                <dgm:adjLst>
                  <dgm:adj idx="1" val="0.7"/>
                  <dgm:adj idx="2" val="0.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rMarg" refType="primFontSz" fact="0.1"/>
            <dgm:constr type="lMarg" refType="primFontSz" fact="0.2"/>
          </dgm:constrLst>
          <dgm:ruleLst>
            <dgm:rule type="primFontSz" val="5" fact="NaN" max="NaN"/>
          </dgm:ruleLst>
        </dgm:layoutNode>
        <dgm:layoutNode name="parentText" styleLbl="node1">
          <dgm:varLst>
            <dgm:chMax val="1"/>
            <dgm:bulletEnabled val="1"/>
          </dgm:varLst>
          <dgm:alg type="tx"/>
          <dgm:shape xmlns:r="http://schemas.openxmlformats.org/officeDocument/2006/relationships" type="ellipse" r:blip="">
            <dgm:adjLst/>
          </dgm:shape>
          <dgm:presOf axis="self"/>
          <dgm:constrLst>
            <dgm:constr type="primFontSz" val="65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choose name="Name15">
        <dgm:if name="Name16" axis="self" ptType="node" func="revPos" op="gte" val="2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CAAC74A-664E-43D3-859E-B35855730D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10C658-31F9-4A67-8267-E3463B262A3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AD794A-17F4-48F7-A14F-39DCAE091952}" type="datetimeFigureOut">
              <a:rPr lang="en-US" smtClean="0"/>
              <a:t>2/10/2026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7BBBF1-3A7A-4F4B-8592-578ABE65B71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2F046-B531-4374-9A89-AC21BCA06E1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2DFAA7-D3C3-4D01-9299-453E25D16D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05273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4C6A87-CC60-415C-BFEE-13D1CAD6861A}" type="datetimeFigureOut">
              <a:rPr lang="en-US" smtClean="0"/>
              <a:t>2/10/2026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C51814-3B91-4036-94D2-3977634EE2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06257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6607FB0-0FB2-41FD-B334-74C7B05B8CE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D02598E-521E-41CD-B068-134834CFF4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4448175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04A5F51-C7E6-44CC-ADF3-1C83AA35D0DC}"/>
              </a:ext>
            </a:extLst>
          </p:cNvPr>
          <p:cNvSpPr/>
          <p:nvPr userDrawn="1"/>
        </p:nvSpPr>
        <p:spPr>
          <a:xfrm>
            <a:off x="0" y="4448175"/>
            <a:ext cx="12192000" cy="24098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8B51C6-9166-4F67-995A-396809E653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1475" y="4551363"/>
            <a:ext cx="11520488" cy="1176337"/>
          </a:xfrm>
        </p:spPr>
        <p:txBody>
          <a:bodyPr anchor="ctr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51C9A4-8764-4CB3-AC26-C957C0E84B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1475" y="5830888"/>
            <a:ext cx="11520488" cy="5508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48106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6607FB0-0FB2-41FD-B334-74C7B05B8CE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1508BC1-7ABB-42C8-B268-3C6F4FD455DE}"/>
              </a:ext>
            </a:extLst>
          </p:cNvPr>
          <p:cNvSpPr/>
          <p:nvPr userDrawn="1"/>
        </p:nvSpPr>
        <p:spPr>
          <a:xfrm>
            <a:off x="200025" y="-1"/>
            <a:ext cx="1199197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D02598E-521E-41CD-B068-134834CFF4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1500" y="0"/>
            <a:ext cx="6034088" cy="6857999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04A5F51-C7E6-44CC-ADF3-1C83AA35D0DC}"/>
              </a:ext>
            </a:extLst>
          </p:cNvPr>
          <p:cNvSpPr/>
          <p:nvPr userDrawn="1"/>
        </p:nvSpPr>
        <p:spPr>
          <a:xfrm>
            <a:off x="0" y="1"/>
            <a:ext cx="371475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8B51C6-9166-4F67-995A-396809E653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05625" y="1512889"/>
            <a:ext cx="4986338" cy="3262311"/>
          </a:xfrm>
        </p:spPr>
        <p:txBody>
          <a:bodyPr anchor="b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51C9A4-8764-4CB3-AC26-C957C0E84B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05625" y="4927600"/>
            <a:ext cx="4986338" cy="976311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50855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6607FB0-0FB2-41FD-B334-74C7B05B8CE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D02598E-521E-41CD-B068-134834CFF4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7999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8B51C6-9166-4F67-995A-396809E653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36610" y="1779589"/>
            <a:ext cx="5318781" cy="2182811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51C9A4-8764-4CB3-AC26-C957C0E84B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36610" y="4079083"/>
            <a:ext cx="5318781" cy="976311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50443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6607FB0-0FB2-41FD-B334-74C7B05B8CE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1A59197-7C21-44E6-8A97-DE0ABD1E6909}"/>
              </a:ext>
            </a:extLst>
          </p:cNvPr>
          <p:cNvSpPr/>
          <p:nvPr userDrawn="1"/>
        </p:nvSpPr>
        <p:spPr>
          <a:xfrm>
            <a:off x="0" y="0"/>
            <a:ext cx="64135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D02598E-521E-41CD-B068-134834CFF4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016500" y="472281"/>
            <a:ext cx="7175500" cy="5913439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8B51C6-9166-4F67-995A-396809E653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1476" y="1779589"/>
            <a:ext cx="4416424" cy="2182811"/>
          </a:xfrm>
        </p:spPr>
        <p:txBody>
          <a:bodyPr anchor="b">
            <a:norm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51C9A4-8764-4CB3-AC26-C957C0E84B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1476" y="4079083"/>
            <a:ext cx="4416424" cy="976311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1626B81-8882-4179-8C3A-BEA9BBEF2A62}"/>
              </a:ext>
            </a:extLst>
          </p:cNvPr>
          <p:cNvSpPr/>
          <p:nvPr userDrawn="1"/>
        </p:nvSpPr>
        <p:spPr>
          <a:xfrm>
            <a:off x="5021263" y="368300"/>
            <a:ext cx="3159760" cy="11668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4836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6607FB0-0FB2-41FD-B334-74C7B05B8CE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517DDCC-4521-4225-8F36-D4B39128409A}"/>
              </a:ext>
            </a:extLst>
          </p:cNvPr>
          <p:cNvSpPr/>
          <p:nvPr userDrawn="1"/>
        </p:nvSpPr>
        <p:spPr>
          <a:xfrm>
            <a:off x="8991600" y="3965574"/>
            <a:ext cx="3200400" cy="2892426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6570C8-2343-4B74-AF97-DC7CE5D92865}"/>
              </a:ext>
            </a:extLst>
          </p:cNvPr>
          <p:cNvSpPr/>
          <p:nvPr userDrawn="1"/>
        </p:nvSpPr>
        <p:spPr>
          <a:xfrm>
            <a:off x="0" y="0"/>
            <a:ext cx="3200400" cy="2892426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D02598E-521E-41CD-B068-134834CFF4FF}"/>
              </a:ext>
            </a:extLst>
          </p:cNvPr>
          <p:cNvSpPr>
            <a:spLocks noGrp="1"/>
          </p:cNvSpPr>
          <p:nvPr userDrawn="1">
            <p:ph type="pic" sz="quarter" idx="10"/>
          </p:nvPr>
        </p:nvSpPr>
        <p:spPr>
          <a:xfrm>
            <a:off x="371476" y="278606"/>
            <a:ext cx="11520487" cy="3150394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0B27536-7968-45BB-9FA8-DF1A47A47827}"/>
              </a:ext>
            </a:extLst>
          </p:cNvPr>
          <p:cNvSpPr/>
          <p:nvPr userDrawn="1"/>
        </p:nvSpPr>
        <p:spPr>
          <a:xfrm>
            <a:off x="371476" y="3429000"/>
            <a:ext cx="11520487" cy="27717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8B51C6-9166-4F67-995A-396809E6533C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1510507" y="3886201"/>
            <a:ext cx="9242424" cy="1104900"/>
          </a:xfrm>
        </p:spPr>
        <p:txBody>
          <a:bodyPr anchor="ctr">
            <a:normAutofit/>
          </a:bodyPr>
          <a:lstStyle>
            <a:lvl1pPr algn="ct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51C9A4-8764-4CB3-AC26-C957C0E84BCD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1510507" y="5130801"/>
            <a:ext cx="9242424" cy="533400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3791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FD2F3-3119-48E2-B464-A93E23C5A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87C6E-3441-429B-A81D-87F8344C06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8ECDD1-1369-42FD-BD19-6797742A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9792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9C071DB-1B6B-4FC3-A099-12F35734D22D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5768407-2D97-4F4F-8CB8-4D3668680B64}"/>
              </a:ext>
            </a:extLst>
          </p:cNvPr>
          <p:cNvSpPr/>
          <p:nvPr userDrawn="1"/>
        </p:nvSpPr>
        <p:spPr>
          <a:xfrm>
            <a:off x="371475" y="1460501"/>
            <a:ext cx="5724525" cy="474027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4FD2F3-3119-48E2-B464-A93E23C5A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4600" y="260351"/>
            <a:ext cx="9702800" cy="973137"/>
          </a:xfrm>
        </p:spPr>
        <p:txBody>
          <a:bodyPr>
            <a:normAutofit/>
          </a:bodyPr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87C6E-3441-429B-A81D-87F8344C0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100" y="1638299"/>
            <a:ext cx="5346700" cy="4381501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8ECDD1-1369-42FD-BD19-6797742A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6D4AFEBD-46AA-4A09-AD19-CDD123811A4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1460501"/>
            <a:ext cx="5795963" cy="4740274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171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4C5F727-FA73-47F4-8647-79441AA996E3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4FD2F3-3119-48E2-B464-A93E23C5A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6" y="260351"/>
            <a:ext cx="5495926" cy="2138362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87C6E-3441-429B-A81D-87F8344C0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2603500"/>
            <a:ext cx="5495926" cy="3573463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8ECDD1-1369-42FD-BD19-6797742A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5" name="Picture Placeholder 1">
            <a:extLst>
              <a:ext uri="{FF2B5EF4-FFF2-40B4-BE49-F238E27FC236}">
                <a16:creationId xmlns:a16="http://schemas.microsoft.com/office/drawing/2014/main" id="{08C777B1-9A90-4B1E-A6AE-9339286077E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191224" y="637283"/>
            <a:ext cx="2692800" cy="2782540"/>
          </a:xfrm>
          <a:custGeom>
            <a:avLst/>
            <a:gdLst>
              <a:gd name="connsiteX0" fmla="*/ 0 w 2692800"/>
              <a:gd name="connsiteY0" fmla="*/ 0 h 2693640"/>
              <a:gd name="connsiteX1" fmla="*/ 2692800 w 2692800"/>
              <a:gd name="connsiteY1" fmla="*/ 0 h 2693640"/>
              <a:gd name="connsiteX2" fmla="*/ 2692800 w 2692800"/>
              <a:gd name="connsiteY2" fmla="*/ 2693640 h 2693640"/>
              <a:gd name="connsiteX3" fmla="*/ 0 w 2692800"/>
              <a:gd name="connsiteY3" fmla="*/ 2693640 h 2693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92800" h="2693640">
                <a:moveTo>
                  <a:pt x="0" y="0"/>
                </a:moveTo>
                <a:lnTo>
                  <a:pt x="2692800" y="0"/>
                </a:lnTo>
                <a:lnTo>
                  <a:pt x="2692800" y="2693640"/>
                </a:lnTo>
                <a:lnTo>
                  <a:pt x="0" y="269364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ID" sz="1800" dirty="0"/>
            </a:lvl1pPr>
          </a:lstStyle>
          <a:p>
            <a:pPr marL="0" lvl="0" indent="0" algn="ctr">
              <a:buNone/>
            </a:pPr>
            <a:r>
              <a:rPr lang="en-US" noProof="0" dirty="0"/>
              <a:t>Add Image Here</a:t>
            </a:r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0FEA994A-8056-4F3D-9365-B6A362A93EE3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498424" y="3430043"/>
            <a:ext cx="2692800" cy="2772320"/>
          </a:xfrm>
          <a:custGeom>
            <a:avLst/>
            <a:gdLst>
              <a:gd name="connsiteX0" fmla="*/ 0 w 2692800"/>
              <a:gd name="connsiteY0" fmla="*/ 0 h 2693640"/>
              <a:gd name="connsiteX1" fmla="*/ 2692800 w 2692800"/>
              <a:gd name="connsiteY1" fmla="*/ 0 h 2693640"/>
              <a:gd name="connsiteX2" fmla="*/ 2692800 w 2692800"/>
              <a:gd name="connsiteY2" fmla="*/ 2693640 h 2693640"/>
              <a:gd name="connsiteX3" fmla="*/ 0 w 2692800"/>
              <a:gd name="connsiteY3" fmla="*/ 2693640 h 2693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92800" h="2693640">
                <a:moveTo>
                  <a:pt x="0" y="0"/>
                </a:moveTo>
                <a:lnTo>
                  <a:pt x="2692800" y="0"/>
                </a:lnTo>
                <a:lnTo>
                  <a:pt x="2692800" y="2693640"/>
                </a:lnTo>
                <a:lnTo>
                  <a:pt x="0" y="269364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ID" sz="1800" dirty="0"/>
            </a:lvl1pPr>
          </a:lstStyle>
          <a:p>
            <a:pPr marL="0" lvl="0" indent="0" algn="ctr">
              <a:buNone/>
            </a:pPr>
            <a:r>
              <a:rPr lang="en-US" noProof="0" dirty="0"/>
              <a:t>Add Image Here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429E334-587D-4420-9285-C2A5F494582B}"/>
              </a:ext>
            </a:extLst>
          </p:cNvPr>
          <p:cNvSpPr/>
          <p:nvPr userDrawn="1"/>
        </p:nvSpPr>
        <p:spPr>
          <a:xfrm>
            <a:off x="9289522" y="3527226"/>
            <a:ext cx="1248102" cy="12481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7BD4601-EF26-4D7C-8CB6-95488F17575B}"/>
              </a:ext>
            </a:extLst>
          </p:cNvPr>
          <p:cNvSpPr/>
          <p:nvPr userDrawn="1"/>
        </p:nvSpPr>
        <p:spPr>
          <a:xfrm>
            <a:off x="8621786" y="2848323"/>
            <a:ext cx="496540" cy="49654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949C41-2679-4E9D-A28C-F0C979F5702B}"/>
              </a:ext>
            </a:extLst>
          </p:cNvPr>
          <p:cNvSpPr/>
          <p:nvPr userDrawn="1"/>
        </p:nvSpPr>
        <p:spPr>
          <a:xfrm>
            <a:off x="8870898" y="2508125"/>
            <a:ext cx="247428" cy="24742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454B05D-55FD-4118-B899-4095FF50870D}"/>
              </a:ext>
            </a:extLst>
          </p:cNvPr>
          <p:cNvSpPr/>
          <p:nvPr userDrawn="1"/>
        </p:nvSpPr>
        <p:spPr>
          <a:xfrm>
            <a:off x="0" y="933450"/>
            <a:ext cx="300037" cy="14652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405330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4C5F727-FA73-47F4-8647-79441AA996E3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4FD2F3-3119-48E2-B464-A93E23C5A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6" y="1016000"/>
            <a:ext cx="3997324" cy="2501899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87C6E-3441-429B-A81D-87F8344C0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3619500"/>
            <a:ext cx="3997325" cy="2557463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8ECDD1-1369-42FD-BD19-6797742A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Picture Placeholder 6">
            <a:extLst>
              <a:ext uri="{FF2B5EF4-FFF2-40B4-BE49-F238E27FC236}">
                <a16:creationId xmlns:a16="http://schemas.microsoft.com/office/drawing/2014/main" id="{9303FD92-1AC4-4708-B13E-C97E00210D2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902201" y="619125"/>
            <a:ext cx="3454400" cy="558165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Picture Placeholder 6">
            <a:extLst>
              <a:ext uri="{FF2B5EF4-FFF2-40B4-BE49-F238E27FC236}">
                <a16:creationId xmlns:a16="http://schemas.microsoft.com/office/drawing/2014/main" id="{F6824EBC-CC6E-4D5A-B85A-DAC55ACE853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432801" y="260351"/>
            <a:ext cx="3454400" cy="5581649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3661888-890D-4E0C-8076-65EDFDB7DE27}"/>
              </a:ext>
            </a:extLst>
          </p:cNvPr>
          <p:cNvSpPr/>
          <p:nvPr userDrawn="1"/>
        </p:nvSpPr>
        <p:spPr>
          <a:xfrm>
            <a:off x="8432801" y="5842000"/>
            <a:ext cx="3459162" cy="3587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AE48EF9-5BAF-4BD7-A6BE-866C0307B69F}"/>
              </a:ext>
            </a:extLst>
          </p:cNvPr>
          <p:cNvSpPr/>
          <p:nvPr userDrawn="1"/>
        </p:nvSpPr>
        <p:spPr>
          <a:xfrm>
            <a:off x="4902201" y="239509"/>
            <a:ext cx="3459162" cy="3587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8D4A5F4-99AC-4FB3-8A59-AB8D7B4FC7D7}"/>
              </a:ext>
            </a:extLst>
          </p:cNvPr>
          <p:cNvSpPr/>
          <p:nvPr userDrawn="1"/>
        </p:nvSpPr>
        <p:spPr>
          <a:xfrm>
            <a:off x="0" y="1384300"/>
            <a:ext cx="177800" cy="4457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0136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4C5F727-FA73-47F4-8647-79441AA996E3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4FD2F3-3119-48E2-B464-A93E23C5A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6" y="476250"/>
            <a:ext cx="5165724" cy="2557463"/>
          </a:xfrm>
        </p:spPr>
        <p:txBody>
          <a:bodyPr anchor="ctr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87C6E-3441-429B-A81D-87F8344C0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476250"/>
            <a:ext cx="5795963" cy="2557463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8ECDD1-1369-42FD-BD19-6797742A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Picture Placeholder 6">
            <a:extLst>
              <a:ext uri="{FF2B5EF4-FFF2-40B4-BE49-F238E27FC236}">
                <a16:creationId xmlns:a16="http://schemas.microsoft.com/office/drawing/2014/main" id="{9303FD92-1AC4-4708-B13E-C97E00210D2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6" y="3233941"/>
            <a:ext cx="11520486" cy="2966833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E4979D5-6F1E-40A2-9A8E-8C5AE1AA3B62}"/>
              </a:ext>
            </a:extLst>
          </p:cNvPr>
          <p:cNvSpPr/>
          <p:nvPr userDrawn="1"/>
        </p:nvSpPr>
        <p:spPr>
          <a:xfrm>
            <a:off x="0" y="476250"/>
            <a:ext cx="165100" cy="255746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8796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4C5F727-FA73-47F4-8647-79441AA996E3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E4979D5-6F1E-40A2-9A8E-8C5AE1AA3B62}"/>
              </a:ext>
            </a:extLst>
          </p:cNvPr>
          <p:cNvSpPr/>
          <p:nvPr userDrawn="1"/>
        </p:nvSpPr>
        <p:spPr>
          <a:xfrm>
            <a:off x="0" y="0"/>
            <a:ext cx="513805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4FD2F3-3119-48E2-B464-A93E23C5A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9197" y="1296176"/>
            <a:ext cx="5272764" cy="1551573"/>
          </a:xfrm>
        </p:spPr>
        <p:txBody>
          <a:bodyPr anchor="b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87C6E-3441-429B-A81D-87F8344C0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19198" y="3073967"/>
            <a:ext cx="5272764" cy="2557463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8ECDD1-1369-42FD-BD19-6797742A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Picture Placeholder 6">
            <a:extLst>
              <a:ext uri="{FF2B5EF4-FFF2-40B4-BE49-F238E27FC236}">
                <a16:creationId xmlns:a16="http://schemas.microsoft.com/office/drawing/2014/main" id="{9303FD92-1AC4-4708-B13E-C97E00210D2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17601" y="1016000"/>
            <a:ext cx="5138058" cy="497840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306EB3B-6A54-45E7-B23D-F9515CC15D12}"/>
              </a:ext>
            </a:extLst>
          </p:cNvPr>
          <p:cNvSpPr/>
          <p:nvPr userDrawn="1"/>
        </p:nvSpPr>
        <p:spPr>
          <a:xfrm>
            <a:off x="0" y="5994400"/>
            <a:ext cx="4093029" cy="863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E110354-15BA-4B22-B7CF-3D5BFA5C722D}"/>
              </a:ext>
            </a:extLst>
          </p:cNvPr>
          <p:cNvSpPr/>
          <p:nvPr userDrawn="1"/>
        </p:nvSpPr>
        <p:spPr>
          <a:xfrm>
            <a:off x="2162630" y="873210"/>
            <a:ext cx="4093029" cy="13857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3572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4C5F727-FA73-47F4-8647-79441AA996E3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4FD2F3-3119-48E2-B464-A93E23C5A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1783831"/>
            <a:ext cx="3111954" cy="3290338"/>
          </a:xfrm>
        </p:spPr>
        <p:txBody>
          <a:bodyPr anchor="ctr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87C6E-3441-429B-A81D-87F8344C0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89370" y="1783832"/>
            <a:ext cx="4402592" cy="3290338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8ECDD1-1369-42FD-BD19-6797742A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Picture Placeholder 6">
            <a:extLst>
              <a:ext uri="{FF2B5EF4-FFF2-40B4-BE49-F238E27FC236}">
                <a16:creationId xmlns:a16="http://schemas.microsoft.com/office/drawing/2014/main" id="{9303FD92-1AC4-4708-B13E-C97E00210D2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672114" y="0"/>
            <a:ext cx="3628571" cy="685800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E16C293-C1E0-4EA5-BDE5-D226D72FC08B}"/>
              </a:ext>
            </a:extLst>
          </p:cNvPr>
          <p:cNvSpPr/>
          <p:nvPr userDrawn="1"/>
        </p:nvSpPr>
        <p:spPr>
          <a:xfrm>
            <a:off x="371475" y="5297714"/>
            <a:ext cx="3111954" cy="156028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C770C08-8FFF-4293-8E7D-DBFEE4E3E443}"/>
              </a:ext>
            </a:extLst>
          </p:cNvPr>
          <p:cNvSpPr/>
          <p:nvPr userDrawn="1"/>
        </p:nvSpPr>
        <p:spPr>
          <a:xfrm>
            <a:off x="7489370" y="0"/>
            <a:ext cx="4402593" cy="156028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46206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D497887-B1EF-4184-95F4-276A92D54B8F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F93C6CC-9D8D-4981-8106-72C617756BD8}"/>
              </a:ext>
            </a:extLst>
          </p:cNvPr>
          <p:cNvSpPr/>
          <p:nvPr userDrawn="1"/>
        </p:nvSpPr>
        <p:spPr>
          <a:xfrm>
            <a:off x="0" y="1389743"/>
            <a:ext cx="12192000" cy="407851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2FFEDF-1F62-45E5-8000-9689D9DFC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331584"/>
            <a:ext cx="10515600" cy="1500187"/>
          </a:xfrm>
        </p:spPr>
        <p:txBody>
          <a:bodyPr anchor="ctr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F2E6F7-3BE5-4484-A73E-3EFDB7348B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3968071"/>
            <a:ext cx="10515600" cy="805542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D10129-98D8-456D-9925-F02A38DE1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19AEFA0-9379-4E32-9D66-976465036916}"/>
              </a:ext>
            </a:extLst>
          </p:cNvPr>
          <p:cNvSpPr/>
          <p:nvPr userDrawn="1"/>
        </p:nvSpPr>
        <p:spPr>
          <a:xfrm>
            <a:off x="371475" y="580571"/>
            <a:ext cx="1573439" cy="150018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FFB43B-30D9-4055-B912-4E3C85B03657}"/>
              </a:ext>
            </a:extLst>
          </p:cNvPr>
          <p:cNvSpPr/>
          <p:nvPr userDrawn="1"/>
        </p:nvSpPr>
        <p:spPr>
          <a:xfrm>
            <a:off x="7097486" y="5105274"/>
            <a:ext cx="4794477" cy="72596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88144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D497887-B1EF-4184-95F4-276A92D54B8F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F93C6CC-9D8D-4981-8106-72C617756BD8}"/>
              </a:ext>
            </a:extLst>
          </p:cNvPr>
          <p:cNvSpPr/>
          <p:nvPr userDrawn="1"/>
        </p:nvSpPr>
        <p:spPr>
          <a:xfrm>
            <a:off x="0" y="0"/>
            <a:ext cx="6096000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391EAACA-1322-4E60-917E-C7408F539D5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6" y="260350"/>
            <a:ext cx="11520488" cy="6009821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2FFEDF-1F62-45E5-8000-9689D9DFC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4750" y="3957831"/>
            <a:ext cx="9620250" cy="1500187"/>
          </a:xfrm>
        </p:spPr>
        <p:txBody>
          <a:bodyPr anchor="ctr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D10129-98D8-456D-9925-F02A38DE1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3296215-27AE-462B-9127-E1C932633896}"/>
              </a:ext>
            </a:extLst>
          </p:cNvPr>
          <p:cNvSpPr/>
          <p:nvPr userDrawn="1"/>
        </p:nvSpPr>
        <p:spPr>
          <a:xfrm>
            <a:off x="1093471" y="3843394"/>
            <a:ext cx="1722120" cy="1729060"/>
          </a:xfrm>
          <a:custGeom>
            <a:avLst/>
            <a:gdLst>
              <a:gd name="connsiteX0" fmla="*/ 0 w 2730500"/>
              <a:gd name="connsiteY0" fmla="*/ 0 h 2730500"/>
              <a:gd name="connsiteX1" fmla="*/ 2730500 w 2730500"/>
              <a:gd name="connsiteY1" fmla="*/ 0 h 2730500"/>
              <a:gd name="connsiteX2" fmla="*/ 2730500 w 2730500"/>
              <a:gd name="connsiteY2" fmla="*/ 672834 h 2730500"/>
              <a:gd name="connsiteX3" fmla="*/ 2606675 w 2730500"/>
              <a:gd name="connsiteY3" fmla="*/ 672834 h 2730500"/>
              <a:gd name="connsiteX4" fmla="*/ 2606675 w 2730500"/>
              <a:gd name="connsiteY4" fmla="*/ 116870 h 2730500"/>
              <a:gd name="connsiteX5" fmla="*/ 123826 w 2730500"/>
              <a:gd name="connsiteY5" fmla="*/ 116870 h 2730500"/>
              <a:gd name="connsiteX6" fmla="*/ 123826 w 2730500"/>
              <a:gd name="connsiteY6" fmla="*/ 2613630 h 2730500"/>
              <a:gd name="connsiteX7" fmla="*/ 2606675 w 2730500"/>
              <a:gd name="connsiteY7" fmla="*/ 2613630 h 2730500"/>
              <a:gd name="connsiteX8" fmla="*/ 2606675 w 2730500"/>
              <a:gd name="connsiteY8" fmla="*/ 2066205 h 2730500"/>
              <a:gd name="connsiteX9" fmla="*/ 2730500 w 2730500"/>
              <a:gd name="connsiteY9" fmla="*/ 2066205 h 2730500"/>
              <a:gd name="connsiteX10" fmla="*/ 2730500 w 2730500"/>
              <a:gd name="connsiteY10" fmla="*/ 2730500 h 2730500"/>
              <a:gd name="connsiteX11" fmla="*/ 0 w 2730500"/>
              <a:gd name="connsiteY11" fmla="*/ 2730500 h 273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30500" h="2730500">
                <a:moveTo>
                  <a:pt x="0" y="0"/>
                </a:moveTo>
                <a:lnTo>
                  <a:pt x="2730500" y="0"/>
                </a:lnTo>
                <a:lnTo>
                  <a:pt x="2730500" y="672834"/>
                </a:lnTo>
                <a:lnTo>
                  <a:pt x="2606675" y="672834"/>
                </a:lnTo>
                <a:lnTo>
                  <a:pt x="2606675" y="116870"/>
                </a:lnTo>
                <a:lnTo>
                  <a:pt x="123826" y="116870"/>
                </a:lnTo>
                <a:lnTo>
                  <a:pt x="123826" y="2613630"/>
                </a:lnTo>
                <a:lnTo>
                  <a:pt x="2606675" y="2613630"/>
                </a:lnTo>
                <a:lnTo>
                  <a:pt x="2606675" y="2066205"/>
                </a:lnTo>
                <a:lnTo>
                  <a:pt x="2730500" y="2066205"/>
                </a:lnTo>
                <a:lnTo>
                  <a:pt x="2730500" y="2730500"/>
                </a:lnTo>
                <a:lnTo>
                  <a:pt x="0" y="27305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74798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D497887-B1EF-4184-95F4-276A92D54B8F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2DB7CFEB-6952-4BC3-B9E0-0C382490F9E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400675" y="260350"/>
            <a:ext cx="6499502" cy="5940425"/>
          </a:xfrm>
          <a:custGeom>
            <a:avLst/>
            <a:gdLst>
              <a:gd name="connsiteX0" fmla="*/ 4432576 w 6499502"/>
              <a:gd name="connsiteY0" fmla="*/ 4057650 h 5940425"/>
              <a:gd name="connsiteX1" fmla="*/ 6499502 w 6499502"/>
              <a:gd name="connsiteY1" fmla="*/ 4057650 h 5940425"/>
              <a:gd name="connsiteX2" fmla="*/ 6499502 w 6499502"/>
              <a:gd name="connsiteY2" fmla="*/ 5940425 h 5940425"/>
              <a:gd name="connsiteX3" fmla="*/ 4432576 w 6499502"/>
              <a:gd name="connsiteY3" fmla="*/ 5940425 h 5940425"/>
              <a:gd name="connsiteX4" fmla="*/ 2216288 w 6499502"/>
              <a:gd name="connsiteY4" fmla="*/ 4057650 h 5940425"/>
              <a:gd name="connsiteX5" fmla="*/ 4283214 w 6499502"/>
              <a:gd name="connsiteY5" fmla="*/ 4057650 h 5940425"/>
              <a:gd name="connsiteX6" fmla="*/ 4283214 w 6499502"/>
              <a:gd name="connsiteY6" fmla="*/ 5940425 h 5940425"/>
              <a:gd name="connsiteX7" fmla="*/ 2216288 w 6499502"/>
              <a:gd name="connsiteY7" fmla="*/ 5940425 h 5940425"/>
              <a:gd name="connsiteX8" fmla="*/ 0 w 6499502"/>
              <a:gd name="connsiteY8" fmla="*/ 4057650 h 5940425"/>
              <a:gd name="connsiteX9" fmla="*/ 2066926 w 6499502"/>
              <a:gd name="connsiteY9" fmla="*/ 4057650 h 5940425"/>
              <a:gd name="connsiteX10" fmla="*/ 2066926 w 6499502"/>
              <a:gd name="connsiteY10" fmla="*/ 5940425 h 5940425"/>
              <a:gd name="connsiteX11" fmla="*/ 0 w 6499502"/>
              <a:gd name="connsiteY11" fmla="*/ 5940425 h 5940425"/>
              <a:gd name="connsiteX12" fmla="*/ 4432576 w 6499502"/>
              <a:gd name="connsiteY12" fmla="*/ 2028825 h 5940425"/>
              <a:gd name="connsiteX13" fmla="*/ 6499502 w 6499502"/>
              <a:gd name="connsiteY13" fmla="*/ 2028825 h 5940425"/>
              <a:gd name="connsiteX14" fmla="*/ 6499502 w 6499502"/>
              <a:gd name="connsiteY14" fmla="*/ 3911600 h 5940425"/>
              <a:gd name="connsiteX15" fmla="*/ 4432576 w 6499502"/>
              <a:gd name="connsiteY15" fmla="*/ 3911600 h 5940425"/>
              <a:gd name="connsiteX16" fmla="*/ 2216288 w 6499502"/>
              <a:gd name="connsiteY16" fmla="*/ 2028825 h 5940425"/>
              <a:gd name="connsiteX17" fmla="*/ 4283214 w 6499502"/>
              <a:gd name="connsiteY17" fmla="*/ 2028825 h 5940425"/>
              <a:gd name="connsiteX18" fmla="*/ 4283214 w 6499502"/>
              <a:gd name="connsiteY18" fmla="*/ 3911600 h 5940425"/>
              <a:gd name="connsiteX19" fmla="*/ 2216288 w 6499502"/>
              <a:gd name="connsiteY19" fmla="*/ 3911600 h 5940425"/>
              <a:gd name="connsiteX20" fmla="*/ 0 w 6499502"/>
              <a:gd name="connsiteY20" fmla="*/ 2028825 h 5940425"/>
              <a:gd name="connsiteX21" fmla="*/ 2066926 w 6499502"/>
              <a:gd name="connsiteY21" fmla="*/ 2028825 h 5940425"/>
              <a:gd name="connsiteX22" fmla="*/ 2066926 w 6499502"/>
              <a:gd name="connsiteY22" fmla="*/ 3911600 h 5940425"/>
              <a:gd name="connsiteX23" fmla="*/ 0 w 6499502"/>
              <a:gd name="connsiteY23" fmla="*/ 3911600 h 5940425"/>
              <a:gd name="connsiteX24" fmla="*/ 4432576 w 6499502"/>
              <a:gd name="connsiteY24" fmla="*/ 0 h 5940425"/>
              <a:gd name="connsiteX25" fmla="*/ 6499502 w 6499502"/>
              <a:gd name="connsiteY25" fmla="*/ 0 h 5940425"/>
              <a:gd name="connsiteX26" fmla="*/ 6499502 w 6499502"/>
              <a:gd name="connsiteY26" fmla="*/ 1882775 h 5940425"/>
              <a:gd name="connsiteX27" fmla="*/ 4432576 w 6499502"/>
              <a:gd name="connsiteY27" fmla="*/ 1882775 h 5940425"/>
              <a:gd name="connsiteX28" fmla="*/ 2216288 w 6499502"/>
              <a:gd name="connsiteY28" fmla="*/ 0 h 5940425"/>
              <a:gd name="connsiteX29" fmla="*/ 4283214 w 6499502"/>
              <a:gd name="connsiteY29" fmla="*/ 0 h 5940425"/>
              <a:gd name="connsiteX30" fmla="*/ 4283214 w 6499502"/>
              <a:gd name="connsiteY30" fmla="*/ 1882775 h 5940425"/>
              <a:gd name="connsiteX31" fmla="*/ 2216288 w 6499502"/>
              <a:gd name="connsiteY31" fmla="*/ 1882775 h 5940425"/>
              <a:gd name="connsiteX32" fmla="*/ 0 w 6499502"/>
              <a:gd name="connsiteY32" fmla="*/ 0 h 5940425"/>
              <a:gd name="connsiteX33" fmla="*/ 2066926 w 6499502"/>
              <a:gd name="connsiteY33" fmla="*/ 0 h 5940425"/>
              <a:gd name="connsiteX34" fmla="*/ 2066926 w 6499502"/>
              <a:gd name="connsiteY34" fmla="*/ 1882775 h 5940425"/>
              <a:gd name="connsiteX35" fmla="*/ 0 w 6499502"/>
              <a:gd name="connsiteY35" fmla="*/ 1882775 h 59404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6499502" h="5940425">
                <a:moveTo>
                  <a:pt x="4432576" y="4057650"/>
                </a:moveTo>
                <a:lnTo>
                  <a:pt x="6499502" y="4057650"/>
                </a:lnTo>
                <a:lnTo>
                  <a:pt x="6499502" y="5940425"/>
                </a:lnTo>
                <a:lnTo>
                  <a:pt x="4432576" y="5940425"/>
                </a:lnTo>
                <a:close/>
                <a:moveTo>
                  <a:pt x="2216288" y="4057650"/>
                </a:moveTo>
                <a:lnTo>
                  <a:pt x="4283214" y="4057650"/>
                </a:lnTo>
                <a:lnTo>
                  <a:pt x="4283214" y="5940425"/>
                </a:lnTo>
                <a:lnTo>
                  <a:pt x="2216288" y="5940425"/>
                </a:lnTo>
                <a:close/>
                <a:moveTo>
                  <a:pt x="0" y="4057650"/>
                </a:moveTo>
                <a:lnTo>
                  <a:pt x="2066926" y="4057650"/>
                </a:lnTo>
                <a:lnTo>
                  <a:pt x="2066926" y="5940425"/>
                </a:lnTo>
                <a:lnTo>
                  <a:pt x="0" y="5940425"/>
                </a:lnTo>
                <a:close/>
                <a:moveTo>
                  <a:pt x="4432576" y="2028825"/>
                </a:moveTo>
                <a:lnTo>
                  <a:pt x="6499502" y="2028825"/>
                </a:lnTo>
                <a:lnTo>
                  <a:pt x="6499502" y="3911600"/>
                </a:lnTo>
                <a:lnTo>
                  <a:pt x="4432576" y="3911600"/>
                </a:lnTo>
                <a:close/>
                <a:moveTo>
                  <a:pt x="2216288" y="2028825"/>
                </a:moveTo>
                <a:lnTo>
                  <a:pt x="4283214" y="2028825"/>
                </a:lnTo>
                <a:lnTo>
                  <a:pt x="4283214" y="3911600"/>
                </a:lnTo>
                <a:lnTo>
                  <a:pt x="2216288" y="3911600"/>
                </a:lnTo>
                <a:close/>
                <a:moveTo>
                  <a:pt x="0" y="2028825"/>
                </a:moveTo>
                <a:lnTo>
                  <a:pt x="2066926" y="2028825"/>
                </a:lnTo>
                <a:lnTo>
                  <a:pt x="2066926" y="3911600"/>
                </a:lnTo>
                <a:lnTo>
                  <a:pt x="0" y="3911600"/>
                </a:lnTo>
                <a:close/>
                <a:moveTo>
                  <a:pt x="4432576" y="0"/>
                </a:moveTo>
                <a:lnTo>
                  <a:pt x="6499502" y="0"/>
                </a:lnTo>
                <a:lnTo>
                  <a:pt x="6499502" y="1882775"/>
                </a:lnTo>
                <a:lnTo>
                  <a:pt x="4432576" y="1882775"/>
                </a:lnTo>
                <a:close/>
                <a:moveTo>
                  <a:pt x="2216288" y="0"/>
                </a:moveTo>
                <a:lnTo>
                  <a:pt x="4283214" y="0"/>
                </a:lnTo>
                <a:lnTo>
                  <a:pt x="4283214" y="1882775"/>
                </a:lnTo>
                <a:lnTo>
                  <a:pt x="2216288" y="1882775"/>
                </a:lnTo>
                <a:close/>
                <a:moveTo>
                  <a:pt x="0" y="0"/>
                </a:moveTo>
                <a:lnTo>
                  <a:pt x="2066926" y="0"/>
                </a:lnTo>
                <a:lnTo>
                  <a:pt x="2066926" y="1882775"/>
                </a:lnTo>
                <a:lnTo>
                  <a:pt x="0" y="1882775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2FFEDF-1F62-45E5-8000-9689D9DFC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1596928"/>
            <a:ext cx="4810125" cy="3267268"/>
          </a:xfrm>
        </p:spPr>
        <p:txBody>
          <a:bodyPr anchor="ctr"/>
          <a:lstStyle>
            <a:lvl1pPr>
              <a:defRPr sz="6000">
                <a:solidFill>
                  <a:schemeClr val="accent5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D10129-98D8-456D-9925-F02A38DE1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3E3CFC-9652-4E07-82D7-0EC3304CAA1F}"/>
              </a:ext>
            </a:extLst>
          </p:cNvPr>
          <p:cNvSpPr/>
          <p:nvPr userDrawn="1"/>
        </p:nvSpPr>
        <p:spPr>
          <a:xfrm>
            <a:off x="3933498" y="4952673"/>
            <a:ext cx="1248102" cy="12481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6B43515-5C7A-4125-B76D-8A24D2BBE5EC}"/>
              </a:ext>
            </a:extLst>
          </p:cNvPr>
          <p:cNvSpPr/>
          <p:nvPr userDrawn="1"/>
        </p:nvSpPr>
        <p:spPr>
          <a:xfrm>
            <a:off x="371475" y="1011911"/>
            <a:ext cx="496540" cy="49654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C9A713B-4176-4C86-9E87-4ADBD6F444FB}"/>
              </a:ext>
            </a:extLst>
          </p:cNvPr>
          <p:cNvSpPr/>
          <p:nvPr userDrawn="1"/>
        </p:nvSpPr>
        <p:spPr>
          <a:xfrm>
            <a:off x="620587" y="671713"/>
            <a:ext cx="247428" cy="24742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622333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D497887-B1EF-4184-95F4-276A92D54B8F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2FFEDF-1F62-45E5-8000-9689D9DFC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3917949"/>
            <a:ext cx="6915150" cy="2268337"/>
          </a:xfrm>
        </p:spPr>
        <p:txBody>
          <a:bodyPr anchor="ctr"/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D10129-98D8-456D-9925-F02A38DE1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3E3CFC-9652-4E07-82D7-0EC3304CAA1F}"/>
              </a:ext>
            </a:extLst>
          </p:cNvPr>
          <p:cNvSpPr/>
          <p:nvPr userDrawn="1"/>
        </p:nvSpPr>
        <p:spPr>
          <a:xfrm>
            <a:off x="5222179" y="2327274"/>
            <a:ext cx="2176462" cy="15112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FA0623C-0B34-4074-8AA0-6428A5AF07A3}"/>
              </a:ext>
            </a:extLst>
          </p:cNvPr>
          <p:cNvSpPr/>
          <p:nvPr userDrawn="1"/>
        </p:nvSpPr>
        <p:spPr>
          <a:xfrm>
            <a:off x="7468839" y="3917949"/>
            <a:ext cx="2176462" cy="228282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B5D335A5-A601-4D8A-AEF5-F34792FF565A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71474" y="260351"/>
            <a:ext cx="11520489" cy="5940424"/>
          </a:xfrm>
          <a:custGeom>
            <a:avLst/>
            <a:gdLst>
              <a:gd name="connsiteX0" fmla="*/ 9344026 w 11520489"/>
              <a:gd name="connsiteY0" fmla="*/ 3657598 h 5940424"/>
              <a:gd name="connsiteX1" fmla="*/ 11520489 w 11520489"/>
              <a:gd name="connsiteY1" fmla="*/ 3657598 h 5940424"/>
              <a:gd name="connsiteX2" fmla="*/ 11520489 w 11520489"/>
              <a:gd name="connsiteY2" fmla="*/ 5940424 h 5940424"/>
              <a:gd name="connsiteX3" fmla="*/ 9344026 w 11520489"/>
              <a:gd name="connsiteY3" fmla="*/ 5940424 h 5940424"/>
              <a:gd name="connsiteX4" fmla="*/ 9344026 w 11520489"/>
              <a:gd name="connsiteY4" fmla="*/ 2066924 h 5940424"/>
              <a:gd name="connsiteX5" fmla="*/ 11520489 w 11520489"/>
              <a:gd name="connsiteY5" fmla="*/ 2066924 h 5940424"/>
              <a:gd name="connsiteX6" fmla="*/ 11520489 w 11520489"/>
              <a:gd name="connsiteY6" fmla="*/ 3578224 h 5940424"/>
              <a:gd name="connsiteX7" fmla="*/ 9344026 w 11520489"/>
              <a:gd name="connsiteY7" fmla="*/ 3578224 h 5940424"/>
              <a:gd name="connsiteX8" fmla="*/ 7097365 w 11520489"/>
              <a:gd name="connsiteY8" fmla="*/ 2066924 h 5940424"/>
              <a:gd name="connsiteX9" fmla="*/ 9273828 w 11520489"/>
              <a:gd name="connsiteY9" fmla="*/ 2066924 h 5940424"/>
              <a:gd name="connsiteX10" fmla="*/ 9273828 w 11520489"/>
              <a:gd name="connsiteY10" fmla="*/ 3578224 h 5940424"/>
              <a:gd name="connsiteX11" fmla="*/ 7097365 w 11520489"/>
              <a:gd name="connsiteY11" fmla="*/ 3578224 h 5940424"/>
              <a:gd name="connsiteX12" fmla="*/ 2604044 w 11520489"/>
              <a:gd name="connsiteY12" fmla="*/ 2066923 h 5940424"/>
              <a:gd name="connsiteX13" fmla="*/ 4780506 w 11520489"/>
              <a:gd name="connsiteY13" fmla="*/ 2066923 h 5940424"/>
              <a:gd name="connsiteX14" fmla="*/ 4780506 w 11520489"/>
              <a:gd name="connsiteY14" fmla="*/ 3578222 h 5940424"/>
              <a:gd name="connsiteX15" fmla="*/ 2604044 w 11520489"/>
              <a:gd name="connsiteY15" fmla="*/ 3578222 h 5940424"/>
              <a:gd name="connsiteX16" fmla="*/ 0 w 11520489"/>
              <a:gd name="connsiteY16" fmla="*/ 2066923 h 5940424"/>
              <a:gd name="connsiteX17" fmla="*/ 2533843 w 11520489"/>
              <a:gd name="connsiteY17" fmla="*/ 2066923 h 5940424"/>
              <a:gd name="connsiteX18" fmla="*/ 2533843 w 11520489"/>
              <a:gd name="connsiteY18" fmla="*/ 3578222 h 5940424"/>
              <a:gd name="connsiteX19" fmla="*/ 0 w 11520489"/>
              <a:gd name="connsiteY19" fmla="*/ 3578222 h 5940424"/>
              <a:gd name="connsiteX20" fmla="*/ 2604046 w 11520489"/>
              <a:gd name="connsiteY20" fmla="*/ 0 h 5940424"/>
              <a:gd name="connsiteX21" fmla="*/ 4780509 w 11520489"/>
              <a:gd name="connsiteY21" fmla="*/ 0 h 5940424"/>
              <a:gd name="connsiteX22" fmla="*/ 4780509 w 11520489"/>
              <a:gd name="connsiteY22" fmla="*/ 1987550 h 5940424"/>
              <a:gd name="connsiteX23" fmla="*/ 2604046 w 11520489"/>
              <a:gd name="connsiteY23" fmla="*/ 1987550 h 5940424"/>
              <a:gd name="connsiteX24" fmla="*/ 2 w 11520489"/>
              <a:gd name="connsiteY24" fmla="*/ 0 h 5940424"/>
              <a:gd name="connsiteX25" fmla="*/ 2533845 w 11520489"/>
              <a:gd name="connsiteY25" fmla="*/ 0 h 5940424"/>
              <a:gd name="connsiteX26" fmla="*/ 2533845 w 11520489"/>
              <a:gd name="connsiteY26" fmla="*/ 1987550 h 5940424"/>
              <a:gd name="connsiteX27" fmla="*/ 2 w 11520489"/>
              <a:gd name="connsiteY27" fmla="*/ 1987550 h 5940424"/>
              <a:gd name="connsiteX28" fmla="*/ 7097365 w 11520489"/>
              <a:gd name="connsiteY28" fmla="*/ 0 h 5940424"/>
              <a:gd name="connsiteX29" fmla="*/ 9273828 w 11520489"/>
              <a:gd name="connsiteY29" fmla="*/ 0 h 5940424"/>
              <a:gd name="connsiteX30" fmla="*/ 9273828 w 11520489"/>
              <a:gd name="connsiteY30" fmla="*/ 1987550 h 5940424"/>
              <a:gd name="connsiteX31" fmla="*/ 7097365 w 11520489"/>
              <a:gd name="connsiteY31" fmla="*/ 1987550 h 5940424"/>
              <a:gd name="connsiteX32" fmla="*/ 4850705 w 11520489"/>
              <a:gd name="connsiteY32" fmla="*/ 0 h 5940424"/>
              <a:gd name="connsiteX33" fmla="*/ 7027168 w 11520489"/>
              <a:gd name="connsiteY33" fmla="*/ 0 h 5940424"/>
              <a:gd name="connsiteX34" fmla="*/ 7027168 w 11520489"/>
              <a:gd name="connsiteY34" fmla="*/ 1987550 h 5940424"/>
              <a:gd name="connsiteX35" fmla="*/ 4850705 w 11520489"/>
              <a:gd name="connsiteY35" fmla="*/ 1987550 h 5940424"/>
              <a:gd name="connsiteX36" fmla="*/ 9344025 w 11520489"/>
              <a:gd name="connsiteY36" fmla="*/ 0 h 5940424"/>
              <a:gd name="connsiteX37" fmla="*/ 11520488 w 11520489"/>
              <a:gd name="connsiteY37" fmla="*/ 0 h 5940424"/>
              <a:gd name="connsiteX38" fmla="*/ 11520488 w 11520489"/>
              <a:gd name="connsiteY38" fmla="*/ 1987550 h 5940424"/>
              <a:gd name="connsiteX39" fmla="*/ 9344025 w 11520489"/>
              <a:gd name="connsiteY39" fmla="*/ 1987550 h 5940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520489" h="5940424">
                <a:moveTo>
                  <a:pt x="9344026" y="3657598"/>
                </a:moveTo>
                <a:lnTo>
                  <a:pt x="11520489" y="3657598"/>
                </a:lnTo>
                <a:lnTo>
                  <a:pt x="11520489" y="5940424"/>
                </a:lnTo>
                <a:lnTo>
                  <a:pt x="9344026" y="5940424"/>
                </a:lnTo>
                <a:close/>
                <a:moveTo>
                  <a:pt x="9344026" y="2066924"/>
                </a:moveTo>
                <a:lnTo>
                  <a:pt x="11520489" y="2066924"/>
                </a:lnTo>
                <a:lnTo>
                  <a:pt x="11520489" y="3578224"/>
                </a:lnTo>
                <a:lnTo>
                  <a:pt x="9344026" y="3578224"/>
                </a:lnTo>
                <a:close/>
                <a:moveTo>
                  <a:pt x="7097365" y="2066924"/>
                </a:moveTo>
                <a:lnTo>
                  <a:pt x="9273828" y="2066924"/>
                </a:lnTo>
                <a:lnTo>
                  <a:pt x="9273828" y="3578224"/>
                </a:lnTo>
                <a:lnTo>
                  <a:pt x="7097365" y="3578224"/>
                </a:lnTo>
                <a:close/>
                <a:moveTo>
                  <a:pt x="2604044" y="2066923"/>
                </a:moveTo>
                <a:lnTo>
                  <a:pt x="4780506" y="2066923"/>
                </a:lnTo>
                <a:lnTo>
                  <a:pt x="4780506" y="3578222"/>
                </a:lnTo>
                <a:lnTo>
                  <a:pt x="2604044" y="3578222"/>
                </a:lnTo>
                <a:close/>
                <a:moveTo>
                  <a:pt x="0" y="2066923"/>
                </a:moveTo>
                <a:lnTo>
                  <a:pt x="2533843" y="2066923"/>
                </a:lnTo>
                <a:lnTo>
                  <a:pt x="2533843" y="3578222"/>
                </a:lnTo>
                <a:lnTo>
                  <a:pt x="0" y="3578222"/>
                </a:lnTo>
                <a:close/>
                <a:moveTo>
                  <a:pt x="2604046" y="0"/>
                </a:moveTo>
                <a:lnTo>
                  <a:pt x="4780509" y="0"/>
                </a:lnTo>
                <a:lnTo>
                  <a:pt x="4780509" y="1987550"/>
                </a:lnTo>
                <a:lnTo>
                  <a:pt x="2604046" y="1987550"/>
                </a:lnTo>
                <a:close/>
                <a:moveTo>
                  <a:pt x="2" y="0"/>
                </a:moveTo>
                <a:lnTo>
                  <a:pt x="2533845" y="0"/>
                </a:lnTo>
                <a:lnTo>
                  <a:pt x="2533845" y="1987550"/>
                </a:lnTo>
                <a:lnTo>
                  <a:pt x="2" y="1987550"/>
                </a:lnTo>
                <a:close/>
                <a:moveTo>
                  <a:pt x="7097365" y="0"/>
                </a:moveTo>
                <a:lnTo>
                  <a:pt x="9273828" y="0"/>
                </a:lnTo>
                <a:lnTo>
                  <a:pt x="9273828" y="1987550"/>
                </a:lnTo>
                <a:lnTo>
                  <a:pt x="7097365" y="1987550"/>
                </a:lnTo>
                <a:close/>
                <a:moveTo>
                  <a:pt x="4850705" y="0"/>
                </a:moveTo>
                <a:lnTo>
                  <a:pt x="7027168" y="0"/>
                </a:lnTo>
                <a:lnTo>
                  <a:pt x="7027168" y="1987550"/>
                </a:lnTo>
                <a:lnTo>
                  <a:pt x="4850705" y="1987550"/>
                </a:lnTo>
                <a:close/>
                <a:moveTo>
                  <a:pt x="9344025" y="0"/>
                </a:moveTo>
                <a:lnTo>
                  <a:pt x="11520488" y="0"/>
                </a:lnTo>
                <a:lnTo>
                  <a:pt x="11520488" y="1987550"/>
                </a:lnTo>
                <a:lnTo>
                  <a:pt x="9344025" y="198755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wrap="square" lIns="91440" tIns="45720" rIns="91440" bIns="45720" rtlCol="0" anchor="t">
            <a:no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8833402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D497887-B1EF-4184-95F4-276A92D54B8F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2FFEDF-1F62-45E5-8000-9689D9DFC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300" y="4406207"/>
            <a:ext cx="10439400" cy="1175444"/>
          </a:xfrm>
        </p:spPr>
        <p:txBody>
          <a:bodyPr anchor="ctr"/>
          <a:lstStyle>
            <a:lvl1pPr algn="ctr">
              <a:defRPr sz="6000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D10129-98D8-456D-9925-F02A38DE1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3E3CFC-9652-4E07-82D7-0EC3304CAA1F}"/>
              </a:ext>
            </a:extLst>
          </p:cNvPr>
          <p:cNvSpPr/>
          <p:nvPr userDrawn="1"/>
        </p:nvSpPr>
        <p:spPr>
          <a:xfrm>
            <a:off x="0" y="0"/>
            <a:ext cx="12191999" cy="28479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230D70C6-13FD-45D4-8FB6-26C56B8FF2D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6" y="260350"/>
            <a:ext cx="11520488" cy="3657599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10ED78A-2A17-41C4-9030-D406C56DDF4A}"/>
              </a:ext>
            </a:extLst>
          </p:cNvPr>
          <p:cNvSpPr/>
          <p:nvPr userDrawn="1"/>
        </p:nvSpPr>
        <p:spPr>
          <a:xfrm>
            <a:off x="5795961" y="3914082"/>
            <a:ext cx="600075" cy="29189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544582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A6C789F-805A-4494-8430-C63414191AC2}"/>
              </a:ext>
            </a:extLst>
          </p:cNvPr>
          <p:cNvSpPr/>
          <p:nvPr userDrawn="1"/>
        </p:nvSpPr>
        <p:spPr>
          <a:xfrm>
            <a:off x="371475" y="1526382"/>
            <a:ext cx="3595688" cy="45624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A73287-EED0-4EEC-8007-E2C13366027B}"/>
              </a:ext>
            </a:extLst>
          </p:cNvPr>
          <p:cNvSpPr/>
          <p:nvPr userDrawn="1"/>
        </p:nvSpPr>
        <p:spPr>
          <a:xfrm>
            <a:off x="8224838" y="1526382"/>
            <a:ext cx="3595688" cy="45624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3A6AA5-A315-455E-B5C7-E53E3746E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0534E-DE82-45F4-8E2E-DA97F16917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026" y="1724025"/>
            <a:ext cx="3143250" cy="419100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F1116B-C8B0-450D-83F6-49C4ABB22C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51282" y="1712119"/>
            <a:ext cx="3142800" cy="419100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182A82-4FBE-4689-B739-692549B40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4DC80855-A1B8-4B65-B6F6-2AA6239EC2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967163" y="1233488"/>
            <a:ext cx="4257675" cy="5148262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76615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A73287-EED0-4EEC-8007-E2C13366027B}"/>
              </a:ext>
            </a:extLst>
          </p:cNvPr>
          <p:cNvSpPr/>
          <p:nvPr userDrawn="1"/>
        </p:nvSpPr>
        <p:spPr>
          <a:xfrm>
            <a:off x="6200775" y="1233487"/>
            <a:ext cx="5619751" cy="273367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3A6AA5-A315-455E-B5C7-E53E3746E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F1116B-C8B0-450D-83F6-49C4ABB22C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83054" y="1357414"/>
            <a:ext cx="5255193" cy="240486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182A82-4FBE-4689-B739-692549B40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4DC80855-A1B8-4B65-B6F6-2AA6239EC2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5" y="1233488"/>
            <a:ext cx="5757863" cy="241560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B9795E85-7B91-41BB-9DF4-A4893AA48FF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00775" y="3967163"/>
            <a:ext cx="5619750" cy="241458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B372D75-4BAD-4C47-AE7D-0F2711031EEC}"/>
              </a:ext>
            </a:extLst>
          </p:cNvPr>
          <p:cNvSpPr/>
          <p:nvPr userDrawn="1"/>
        </p:nvSpPr>
        <p:spPr>
          <a:xfrm>
            <a:off x="371475" y="3643799"/>
            <a:ext cx="5757863" cy="27336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0534E-DE82-45F4-8E2E-DA97F16917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2406" y="3848474"/>
            <a:ext cx="5256000" cy="240480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101826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A6AA5-A315-455E-B5C7-E53E3746E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182A82-4FBE-4689-B739-692549B40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4DC80855-A1B8-4B65-B6F6-2AA6239EC2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5" y="1233488"/>
            <a:ext cx="11520488" cy="2381361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B372D75-4BAD-4C47-AE7D-0F2711031EEC}"/>
              </a:ext>
            </a:extLst>
          </p:cNvPr>
          <p:cNvSpPr/>
          <p:nvPr userDrawn="1"/>
        </p:nvSpPr>
        <p:spPr>
          <a:xfrm>
            <a:off x="371475" y="3643799"/>
            <a:ext cx="11520488" cy="27336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F1116B-C8B0-450D-83F6-49C4ABB22C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83054" y="3808206"/>
            <a:ext cx="5255193" cy="240486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0534E-DE82-45F4-8E2E-DA97F16917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2406" y="3808236"/>
            <a:ext cx="5256000" cy="240480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15E3050-1157-4448-A84E-5AC72FC84A7F}"/>
              </a:ext>
            </a:extLst>
          </p:cNvPr>
          <p:cNvCxnSpPr/>
          <p:nvPr userDrawn="1"/>
        </p:nvCxnSpPr>
        <p:spPr>
          <a:xfrm>
            <a:off x="6131719" y="3774712"/>
            <a:ext cx="0" cy="2471849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538630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30BCBF1-64A6-4051-BC31-B793E99731A6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15DEB4D-1697-4E72-B2BF-F5EA1EF3B009}"/>
              </a:ext>
            </a:extLst>
          </p:cNvPr>
          <p:cNvSpPr/>
          <p:nvPr userDrawn="1"/>
        </p:nvSpPr>
        <p:spPr>
          <a:xfrm>
            <a:off x="7162799" y="3052634"/>
            <a:ext cx="1368533" cy="113014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3A6AA5-A315-455E-B5C7-E53E3746E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1334424"/>
            <a:ext cx="4448175" cy="1520824"/>
          </a:xfrm>
        </p:spPr>
        <p:txBody>
          <a:bodyPr anchor="b">
            <a:noAutofit/>
          </a:bodyPr>
          <a:lstStyle>
            <a:lvl1pPr>
              <a:defRPr sz="36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182A82-4FBE-4689-B739-692549B40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F1116B-C8B0-450D-83F6-49C4ABB22C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609563" y="3118775"/>
            <a:ext cx="2927311" cy="3081999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0534E-DE82-45F4-8E2E-DA97F16917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71475" y="3118776"/>
            <a:ext cx="2926800" cy="3081922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84421AF3-217F-49BD-BF47-1140F3F445D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908415" y="-4277"/>
            <a:ext cx="7283585" cy="6204974"/>
          </a:xfrm>
          <a:custGeom>
            <a:avLst/>
            <a:gdLst>
              <a:gd name="connsiteX0" fmla="*/ 4914900 w 7283585"/>
              <a:gd name="connsiteY0" fmla="*/ 4064000 h 6204974"/>
              <a:gd name="connsiteX1" fmla="*/ 7283585 w 7283585"/>
              <a:gd name="connsiteY1" fmla="*/ 4064000 h 6204974"/>
              <a:gd name="connsiteX2" fmla="*/ 7283585 w 7283585"/>
              <a:gd name="connsiteY2" fmla="*/ 6204974 h 6204974"/>
              <a:gd name="connsiteX3" fmla="*/ 4914900 w 7283585"/>
              <a:gd name="connsiteY3" fmla="*/ 6204974 h 6204974"/>
              <a:gd name="connsiteX4" fmla="*/ 4914900 w 7283585"/>
              <a:gd name="connsiteY4" fmla="*/ 2032000 h 6204974"/>
              <a:gd name="connsiteX5" fmla="*/ 7283585 w 7283585"/>
              <a:gd name="connsiteY5" fmla="*/ 2032000 h 6204974"/>
              <a:gd name="connsiteX6" fmla="*/ 7283585 w 7283585"/>
              <a:gd name="connsiteY6" fmla="*/ 3946525 h 6204974"/>
              <a:gd name="connsiteX7" fmla="*/ 4914900 w 7283585"/>
              <a:gd name="connsiteY7" fmla="*/ 3946525 h 6204974"/>
              <a:gd name="connsiteX8" fmla="*/ 2457450 w 7283585"/>
              <a:gd name="connsiteY8" fmla="*/ 2032000 h 6204974"/>
              <a:gd name="connsiteX9" fmla="*/ 4826135 w 7283585"/>
              <a:gd name="connsiteY9" fmla="*/ 2032000 h 6204974"/>
              <a:gd name="connsiteX10" fmla="*/ 4826135 w 7283585"/>
              <a:gd name="connsiteY10" fmla="*/ 3946525 h 6204974"/>
              <a:gd name="connsiteX11" fmla="*/ 2457450 w 7283585"/>
              <a:gd name="connsiteY11" fmla="*/ 3946525 h 6204974"/>
              <a:gd name="connsiteX12" fmla="*/ 0 w 7283585"/>
              <a:gd name="connsiteY12" fmla="*/ 8552 h 6204974"/>
              <a:gd name="connsiteX13" fmla="*/ 2368685 w 7283585"/>
              <a:gd name="connsiteY13" fmla="*/ 8552 h 6204974"/>
              <a:gd name="connsiteX14" fmla="*/ 2368685 w 7283585"/>
              <a:gd name="connsiteY14" fmla="*/ 1923077 h 6204974"/>
              <a:gd name="connsiteX15" fmla="*/ 0 w 7283585"/>
              <a:gd name="connsiteY15" fmla="*/ 1923077 h 6204974"/>
              <a:gd name="connsiteX16" fmla="*/ 2457450 w 7283585"/>
              <a:gd name="connsiteY16" fmla="*/ 4276 h 6204974"/>
              <a:gd name="connsiteX17" fmla="*/ 4826135 w 7283585"/>
              <a:gd name="connsiteY17" fmla="*/ 4276 h 6204974"/>
              <a:gd name="connsiteX18" fmla="*/ 4826135 w 7283585"/>
              <a:gd name="connsiteY18" fmla="*/ 1918801 h 6204974"/>
              <a:gd name="connsiteX19" fmla="*/ 2457450 w 7283585"/>
              <a:gd name="connsiteY19" fmla="*/ 1918801 h 6204974"/>
              <a:gd name="connsiteX20" fmla="*/ 4914900 w 7283585"/>
              <a:gd name="connsiteY20" fmla="*/ 0 h 6204974"/>
              <a:gd name="connsiteX21" fmla="*/ 7283585 w 7283585"/>
              <a:gd name="connsiteY21" fmla="*/ 0 h 6204974"/>
              <a:gd name="connsiteX22" fmla="*/ 7283585 w 7283585"/>
              <a:gd name="connsiteY22" fmla="*/ 1914525 h 6204974"/>
              <a:gd name="connsiteX23" fmla="*/ 4914900 w 7283585"/>
              <a:gd name="connsiteY23" fmla="*/ 1914525 h 6204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7283585" h="6204974">
                <a:moveTo>
                  <a:pt x="4914900" y="4064000"/>
                </a:moveTo>
                <a:lnTo>
                  <a:pt x="7283585" y="4064000"/>
                </a:lnTo>
                <a:lnTo>
                  <a:pt x="7283585" y="6204974"/>
                </a:lnTo>
                <a:lnTo>
                  <a:pt x="4914900" y="6204974"/>
                </a:lnTo>
                <a:close/>
                <a:moveTo>
                  <a:pt x="4914900" y="2032000"/>
                </a:moveTo>
                <a:lnTo>
                  <a:pt x="7283585" y="2032000"/>
                </a:lnTo>
                <a:lnTo>
                  <a:pt x="7283585" y="3946525"/>
                </a:lnTo>
                <a:lnTo>
                  <a:pt x="4914900" y="3946525"/>
                </a:lnTo>
                <a:close/>
                <a:moveTo>
                  <a:pt x="2457450" y="2032000"/>
                </a:moveTo>
                <a:lnTo>
                  <a:pt x="4826135" y="2032000"/>
                </a:lnTo>
                <a:lnTo>
                  <a:pt x="4826135" y="3946525"/>
                </a:lnTo>
                <a:lnTo>
                  <a:pt x="2457450" y="3946525"/>
                </a:lnTo>
                <a:close/>
                <a:moveTo>
                  <a:pt x="0" y="8552"/>
                </a:moveTo>
                <a:lnTo>
                  <a:pt x="2368685" y="8552"/>
                </a:lnTo>
                <a:lnTo>
                  <a:pt x="2368685" y="1923077"/>
                </a:lnTo>
                <a:lnTo>
                  <a:pt x="0" y="1923077"/>
                </a:lnTo>
                <a:close/>
                <a:moveTo>
                  <a:pt x="2457450" y="4276"/>
                </a:moveTo>
                <a:lnTo>
                  <a:pt x="4826135" y="4276"/>
                </a:lnTo>
                <a:lnTo>
                  <a:pt x="4826135" y="1918801"/>
                </a:lnTo>
                <a:lnTo>
                  <a:pt x="2457450" y="1918801"/>
                </a:lnTo>
                <a:close/>
                <a:moveTo>
                  <a:pt x="4914900" y="0"/>
                </a:moveTo>
                <a:lnTo>
                  <a:pt x="7283585" y="0"/>
                </a:lnTo>
                <a:lnTo>
                  <a:pt x="7283585" y="1914525"/>
                </a:lnTo>
                <a:lnTo>
                  <a:pt x="4914900" y="1914525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75378D9-445B-4812-AE73-9B2CF92DCDF1}"/>
              </a:ext>
            </a:extLst>
          </p:cNvPr>
          <p:cNvSpPr/>
          <p:nvPr userDrawn="1"/>
        </p:nvSpPr>
        <p:spPr>
          <a:xfrm>
            <a:off x="6210299" y="2027725"/>
            <a:ext cx="1073287" cy="9186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569B8CC-B741-4501-A871-F6CC58941F5C}"/>
              </a:ext>
            </a:extLst>
          </p:cNvPr>
          <p:cNvSpPr/>
          <p:nvPr userDrawn="1"/>
        </p:nvSpPr>
        <p:spPr>
          <a:xfrm>
            <a:off x="8661263" y="4055448"/>
            <a:ext cx="1073287" cy="9186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ED9C5BC-5F16-4DC8-BAA3-30A378B7F5FB}"/>
              </a:ext>
            </a:extLst>
          </p:cNvPr>
          <p:cNvCxnSpPr>
            <a:cxnSpLocks/>
          </p:cNvCxnSpPr>
          <p:nvPr userDrawn="1"/>
        </p:nvCxnSpPr>
        <p:spPr>
          <a:xfrm>
            <a:off x="3452019" y="3106075"/>
            <a:ext cx="0" cy="309470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2F0E9B02-FBE7-4B3F-833A-FCDE146B2DAD}"/>
              </a:ext>
            </a:extLst>
          </p:cNvPr>
          <p:cNvSpPr/>
          <p:nvPr userDrawn="1"/>
        </p:nvSpPr>
        <p:spPr>
          <a:xfrm>
            <a:off x="0" y="1405862"/>
            <a:ext cx="300037" cy="14652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5896089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30BCBF1-64A6-4051-BC31-B793E99731A6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Picture Placeholder 6">
            <a:extLst>
              <a:ext uri="{FF2B5EF4-FFF2-40B4-BE49-F238E27FC236}">
                <a16:creationId xmlns:a16="http://schemas.microsoft.com/office/drawing/2014/main" id="{73E3AB81-FB3C-492F-8AB9-CFC37EECCEE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5" y="260350"/>
            <a:ext cx="11520488" cy="612140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F2C4CC9-6F35-4EBF-857F-EBD298D77347}"/>
              </a:ext>
            </a:extLst>
          </p:cNvPr>
          <p:cNvSpPr/>
          <p:nvPr userDrawn="1"/>
        </p:nvSpPr>
        <p:spPr>
          <a:xfrm>
            <a:off x="1578741" y="2299953"/>
            <a:ext cx="4420009" cy="308192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1D54A23-014A-49B4-9E28-7641C8A4F0C1}"/>
              </a:ext>
            </a:extLst>
          </p:cNvPr>
          <p:cNvSpPr/>
          <p:nvPr userDrawn="1"/>
        </p:nvSpPr>
        <p:spPr>
          <a:xfrm>
            <a:off x="6184487" y="2299953"/>
            <a:ext cx="4420009" cy="308192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3A6AA5-A315-455E-B5C7-E53E3746E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504" y="1233488"/>
            <a:ext cx="9016993" cy="761076"/>
          </a:xfrm>
        </p:spPr>
        <p:txBody>
          <a:bodyPr anchor="ctr">
            <a:no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182A82-4FBE-4689-B739-692549B40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F1116B-C8B0-450D-83F6-49C4ABB22C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28091" y="2424864"/>
            <a:ext cx="4132800" cy="283320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0534E-DE82-45F4-8E2E-DA97F16917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722820" y="2424864"/>
            <a:ext cx="4131850" cy="2832101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695873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AB4EF4F-0A84-4C50-B171-F044231527B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13E1565-5B33-4914-9800-50B8400266FF}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DE438B2E-01A6-453B-928D-97D98438168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35756" y="260350"/>
            <a:ext cx="11520488" cy="6300788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1105708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AB4EF4F-0A84-4C50-B171-F044231527B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404FC023-3732-4036-B4DA-F34DC453036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1"/>
            <a:ext cx="12191999" cy="6857999"/>
          </a:xfrm>
          <a:custGeom>
            <a:avLst/>
            <a:gdLst>
              <a:gd name="connsiteX0" fmla="*/ 9194799 w 12191999"/>
              <a:gd name="connsiteY0" fmla="*/ 4114799 h 6108699"/>
              <a:gd name="connsiteX1" fmla="*/ 12191999 w 12191999"/>
              <a:gd name="connsiteY1" fmla="*/ 4114799 h 6108699"/>
              <a:gd name="connsiteX2" fmla="*/ 12191999 w 12191999"/>
              <a:gd name="connsiteY2" fmla="*/ 6108699 h 6108699"/>
              <a:gd name="connsiteX3" fmla="*/ 9194799 w 12191999"/>
              <a:gd name="connsiteY3" fmla="*/ 6108699 h 6108699"/>
              <a:gd name="connsiteX4" fmla="*/ 6129865 w 12191999"/>
              <a:gd name="connsiteY4" fmla="*/ 4114799 h 6108699"/>
              <a:gd name="connsiteX5" fmla="*/ 9127065 w 12191999"/>
              <a:gd name="connsiteY5" fmla="*/ 4114799 h 6108699"/>
              <a:gd name="connsiteX6" fmla="*/ 9127065 w 12191999"/>
              <a:gd name="connsiteY6" fmla="*/ 6108699 h 6108699"/>
              <a:gd name="connsiteX7" fmla="*/ 6129865 w 12191999"/>
              <a:gd name="connsiteY7" fmla="*/ 6108699 h 6108699"/>
              <a:gd name="connsiteX8" fmla="*/ 3064933 w 12191999"/>
              <a:gd name="connsiteY8" fmla="*/ 4114799 h 6108699"/>
              <a:gd name="connsiteX9" fmla="*/ 6062132 w 12191999"/>
              <a:gd name="connsiteY9" fmla="*/ 4114799 h 6108699"/>
              <a:gd name="connsiteX10" fmla="*/ 6062132 w 12191999"/>
              <a:gd name="connsiteY10" fmla="*/ 6108699 h 6108699"/>
              <a:gd name="connsiteX11" fmla="*/ 3064933 w 12191999"/>
              <a:gd name="connsiteY11" fmla="*/ 6108699 h 6108699"/>
              <a:gd name="connsiteX12" fmla="*/ 0 w 12191999"/>
              <a:gd name="connsiteY12" fmla="*/ 4114799 h 6108699"/>
              <a:gd name="connsiteX13" fmla="*/ 2997200 w 12191999"/>
              <a:gd name="connsiteY13" fmla="*/ 4114799 h 6108699"/>
              <a:gd name="connsiteX14" fmla="*/ 2997200 w 12191999"/>
              <a:gd name="connsiteY14" fmla="*/ 6108699 h 6108699"/>
              <a:gd name="connsiteX15" fmla="*/ 0 w 12191999"/>
              <a:gd name="connsiteY15" fmla="*/ 6108699 h 6108699"/>
              <a:gd name="connsiteX16" fmla="*/ 9194799 w 12191999"/>
              <a:gd name="connsiteY16" fmla="*/ 2057400 h 6108699"/>
              <a:gd name="connsiteX17" fmla="*/ 12191999 w 12191999"/>
              <a:gd name="connsiteY17" fmla="*/ 2057400 h 6108699"/>
              <a:gd name="connsiteX18" fmla="*/ 12191999 w 12191999"/>
              <a:gd name="connsiteY18" fmla="*/ 4051299 h 6108699"/>
              <a:gd name="connsiteX19" fmla="*/ 9194799 w 12191999"/>
              <a:gd name="connsiteY19" fmla="*/ 4051299 h 6108699"/>
              <a:gd name="connsiteX20" fmla="*/ 6129865 w 12191999"/>
              <a:gd name="connsiteY20" fmla="*/ 2057400 h 6108699"/>
              <a:gd name="connsiteX21" fmla="*/ 9127065 w 12191999"/>
              <a:gd name="connsiteY21" fmla="*/ 2057400 h 6108699"/>
              <a:gd name="connsiteX22" fmla="*/ 9127065 w 12191999"/>
              <a:gd name="connsiteY22" fmla="*/ 4051299 h 6108699"/>
              <a:gd name="connsiteX23" fmla="*/ 6129865 w 12191999"/>
              <a:gd name="connsiteY23" fmla="*/ 4051299 h 6108699"/>
              <a:gd name="connsiteX24" fmla="*/ 3064934 w 12191999"/>
              <a:gd name="connsiteY24" fmla="*/ 2057400 h 6108699"/>
              <a:gd name="connsiteX25" fmla="*/ 6062132 w 12191999"/>
              <a:gd name="connsiteY25" fmla="*/ 2057400 h 6108699"/>
              <a:gd name="connsiteX26" fmla="*/ 6062132 w 12191999"/>
              <a:gd name="connsiteY26" fmla="*/ 4051299 h 6108699"/>
              <a:gd name="connsiteX27" fmla="*/ 3064934 w 12191999"/>
              <a:gd name="connsiteY27" fmla="*/ 4051299 h 6108699"/>
              <a:gd name="connsiteX28" fmla="*/ 0 w 12191999"/>
              <a:gd name="connsiteY28" fmla="*/ 2057400 h 6108699"/>
              <a:gd name="connsiteX29" fmla="*/ 2997200 w 12191999"/>
              <a:gd name="connsiteY29" fmla="*/ 2057400 h 6108699"/>
              <a:gd name="connsiteX30" fmla="*/ 2997200 w 12191999"/>
              <a:gd name="connsiteY30" fmla="*/ 4051299 h 6108699"/>
              <a:gd name="connsiteX31" fmla="*/ 0 w 12191999"/>
              <a:gd name="connsiteY31" fmla="*/ 4051299 h 6108699"/>
              <a:gd name="connsiteX32" fmla="*/ 9194799 w 12191999"/>
              <a:gd name="connsiteY32" fmla="*/ 0 h 6108699"/>
              <a:gd name="connsiteX33" fmla="*/ 12191999 w 12191999"/>
              <a:gd name="connsiteY33" fmla="*/ 0 h 6108699"/>
              <a:gd name="connsiteX34" fmla="*/ 12191999 w 12191999"/>
              <a:gd name="connsiteY34" fmla="*/ 1993900 h 6108699"/>
              <a:gd name="connsiteX35" fmla="*/ 9194799 w 12191999"/>
              <a:gd name="connsiteY35" fmla="*/ 1993900 h 6108699"/>
              <a:gd name="connsiteX36" fmla="*/ 6129865 w 12191999"/>
              <a:gd name="connsiteY36" fmla="*/ 0 h 6108699"/>
              <a:gd name="connsiteX37" fmla="*/ 9127065 w 12191999"/>
              <a:gd name="connsiteY37" fmla="*/ 0 h 6108699"/>
              <a:gd name="connsiteX38" fmla="*/ 9127065 w 12191999"/>
              <a:gd name="connsiteY38" fmla="*/ 1993900 h 6108699"/>
              <a:gd name="connsiteX39" fmla="*/ 6129865 w 12191999"/>
              <a:gd name="connsiteY39" fmla="*/ 1993900 h 6108699"/>
              <a:gd name="connsiteX40" fmla="*/ 3064934 w 12191999"/>
              <a:gd name="connsiteY40" fmla="*/ 0 h 6108699"/>
              <a:gd name="connsiteX41" fmla="*/ 6062132 w 12191999"/>
              <a:gd name="connsiteY41" fmla="*/ 0 h 6108699"/>
              <a:gd name="connsiteX42" fmla="*/ 6062132 w 12191999"/>
              <a:gd name="connsiteY42" fmla="*/ 1993900 h 6108699"/>
              <a:gd name="connsiteX43" fmla="*/ 3064934 w 12191999"/>
              <a:gd name="connsiteY43" fmla="*/ 1993900 h 6108699"/>
              <a:gd name="connsiteX44" fmla="*/ 1 w 12191999"/>
              <a:gd name="connsiteY44" fmla="*/ 0 h 6108699"/>
              <a:gd name="connsiteX45" fmla="*/ 2997201 w 12191999"/>
              <a:gd name="connsiteY45" fmla="*/ 0 h 6108699"/>
              <a:gd name="connsiteX46" fmla="*/ 2997201 w 12191999"/>
              <a:gd name="connsiteY46" fmla="*/ 1993900 h 6108699"/>
              <a:gd name="connsiteX47" fmla="*/ 1 w 12191999"/>
              <a:gd name="connsiteY47" fmla="*/ 1993900 h 61086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12191999" h="6108699">
                <a:moveTo>
                  <a:pt x="9194799" y="4114799"/>
                </a:moveTo>
                <a:lnTo>
                  <a:pt x="12191999" y="4114799"/>
                </a:lnTo>
                <a:lnTo>
                  <a:pt x="12191999" y="6108699"/>
                </a:lnTo>
                <a:lnTo>
                  <a:pt x="9194799" y="6108699"/>
                </a:lnTo>
                <a:close/>
                <a:moveTo>
                  <a:pt x="6129865" y="4114799"/>
                </a:moveTo>
                <a:lnTo>
                  <a:pt x="9127065" y="4114799"/>
                </a:lnTo>
                <a:lnTo>
                  <a:pt x="9127065" y="6108699"/>
                </a:lnTo>
                <a:lnTo>
                  <a:pt x="6129865" y="6108699"/>
                </a:lnTo>
                <a:close/>
                <a:moveTo>
                  <a:pt x="3064933" y="4114799"/>
                </a:moveTo>
                <a:lnTo>
                  <a:pt x="6062132" y="4114799"/>
                </a:lnTo>
                <a:lnTo>
                  <a:pt x="6062132" y="6108699"/>
                </a:lnTo>
                <a:lnTo>
                  <a:pt x="3064933" y="6108699"/>
                </a:lnTo>
                <a:close/>
                <a:moveTo>
                  <a:pt x="0" y="4114799"/>
                </a:moveTo>
                <a:lnTo>
                  <a:pt x="2997200" y="4114799"/>
                </a:lnTo>
                <a:lnTo>
                  <a:pt x="2997200" y="6108699"/>
                </a:lnTo>
                <a:lnTo>
                  <a:pt x="0" y="6108699"/>
                </a:lnTo>
                <a:close/>
                <a:moveTo>
                  <a:pt x="9194799" y="2057400"/>
                </a:moveTo>
                <a:lnTo>
                  <a:pt x="12191999" y="2057400"/>
                </a:lnTo>
                <a:lnTo>
                  <a:pt x="12191999" y="4051299"/>
                </a:lnTo>
                <a:lnTo>
                  <a:pt x="9194799" y="4051299"/>
                </a:lnTo>
                <a:close/>
                <a:moveTo>
                  <a:pt x="6129865" y="2057400"/>
                </a:moveTo>
                <a:lnTo>
                  <a:pt x="9127065" y="2057400"/>
                </a:lnTo>
                <a:lnTo>
                  <a:pt x="9127065" y="4051299"/>
                </a:lnTo>
                <a:lnTo>
                  <a:pt x="6129865" y="4051299"/>
                </a:lnTo>
                <a:close/>
                <a:moveTo>
                  <a:pt x="3064934" y="2057400"/>
                </a:moveTo>
                <a:lnTo>
                  <a:pt x="6062132" y="2057400"/>
                </a:lnTo>
                <a:lnTo>
                  <a:pt x="6062132" y="4051299"/>
                </a:lnTo>
                <a:lnTo>
                  <a:pt x="3064934" y="4051299"/>
                </a:lnTo>
                <a:close/>
                <a:moveTo>
                  <a:pt x="0" y="2057400"/>
                </a:moveTo>
                <a:lnTo>
                  <a:pt x="2997200" y="2057400"/>
                </a:lnTo>
                <a:lnTo>
                  <a:pt x="2997200" y="4051299"/>
                </a:lnTo>
                <a:lnTo>
                  <a:pt x="0" y="4051299"/>
                </a:lnTo>
                <a:close/>
                <a:moveTo>
                  <a:pt x="9194799" y="0"/>
                </a:moveTo>
                <a:lnTo>
                  <a:pt x="12191999" y="0"/>
                </a:lnTo>
                <a:lnTo>
                  <a:pt x="12191999" y="1993900"/>
                </a:lnTo>
                <a:lnTo>
                  <a:pt x="9194799" y="1993900"/>
                </a:lnTo>
                <a:close/>
                <a:moveTo>
                  <a:pt x="6129865" y="0"/>
                </a:moveTo>
                <a:lnTo>
                  <a:pt x="9127065" y="0"/>
                </a:lnTo>
                <a:lnTo>
                  <a:pt x="9127065" y="1993900"/>
                </a:lnTo>
                <a:lnTo>
                  <a:pt x="6129865" y="1993900"/>
                </a:lnTo>
                <a:close/>
                <a:moveTo>
                  <a:pt x="3064934" y="0"/>
                </a:moveTo>
                <a:lnTo>
                  <a:pt x="6062132" y="0"/>
                </a:lnTo>
                <a:lnTo>
                  <a:pt x="6062132" y="1993900"/>
                </a:lnTo>
                <a:lnTo>
                  <a:pt x="3064934" y="1993900"/>
                </a:lnTo>
                <a:close/>
                <a:moveTo>
                  <a:pt x="1" y="0"/>
                </a:moveTo>
                <a:lnTo>
                  <a:pt x="2997201" y="0"/>
                </a:lnTo>
                <a:lnTo>
                  <a:pt x="2997201" y="1993900"/>
                </a:lnTo>
                <a:lnTo>
                  <a:pt x="1" y="19939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160925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AB4EF4F-0A84-4C50-B171-F044231527B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18957288-25D1-4D25-BECD-5A2E6A88818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5" y="260350"/>
            <a:ext cx="4492625" cy="6300788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D9C7DFC2-3A77-4761-A9AF-98963C5CCA0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981575" y="260350"/>
            <a:ext cx="2740025" cy="6300788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3F6FD22A-5FDA-45EC-BE49-3C0E30A397B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839076" y="260350"/>
            <a:ext cx="4052888" cy="380365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4BDA74-9644-41EB-984D-939D27B60F3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839076" y="4165600"/>
            <a:ext cx="4052888" cy="2395538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447386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AB4EF4F-0A84-4C50-B171-F044231527B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18957288-25D1-4D25-BECD-5A2E6A88818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233488"/>
            <a:ext cx="12192001" cy="4391024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noProof="0"/>
              <a:t>Click icon to add picture</a:t>
            </a:r>
            <a:endParaRPr lang="en-US" noProof="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8F30468-CC2E-4430-88DD-81D548B988FA}"/>
              </a:ext>
            </a:extLst>
          </p:cNvPr>
          <p:cNvGrpSpPr/>
          <p:nvPr userDrawn="1"/>
        </p:nvGrpSpPr>
        <p:grpSpPr>
          <a:xfrm>
            <a:off x="371474" y="260350"/>
            <a:ext cx="644525" cy="973138"/>
            <a:chOff x="371475" y="671713"/>
            <a:chExt cx="496540" cy="836738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F6F92E0-2218-46A5-A183-84468D9B72A2}"/>
                </a:ext>
              </a:extLst>
            </p:cNvPr>
            <p:cNvSpPr/>
            <p:nvPr userDrawn="1"/>
          </p:nvSpPr>
          <p:spPr>
            <a:xfrm>
              <a:off x="371475" y="1011911"/>
              <a:ext cx="496540" cy="49654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B476586-864B-4C72-91AF-8CF8796C6DE8}"/>
                </a:ext>
              </a:extLst>
            </p:cNvPr>
            <p:cNvSpPr/>
            <p:nvPr userDrawn="1"/>
          </p:nvSpPr>
          <p:spPr>
            <a:xfrm>
              <a:off x="620587" y="671713"/>
              <a:ext cx="247428" cy="24742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38B3D026-83A3-4D78-8B11-A20A6F47170C}"/>
              </a:ext>
            </a:extLst>
          </p:cNvPr>
          <p:cNvSpPr/>
          <p:nvPr userDrawn="1"/>
        </p:nvSpPr>
        <p:spPr>
          <a:xfrm>
            <a:off x="10795001" y="5642462"/>
            <a:ext cx="1397000" cy="12155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5995602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AB4EF4F-0A84-4C50-B171-F044231527B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71FC10-F7C3-4841-A705-B83FDE093009}"/>
              </a:ext>
            </a:extLst>
          </p:cNvPr>
          <p:cNvSpPr/>
          <p:nvPr userDrawn="1"/>
        </p:nvSpPr>
        <p:spPr>
          <a:xfrm>
            <a:off x="9398000" y="0"/>
            <a:ext cx="2793999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18957288-25D1-4D25-BECD-5A2E6A88818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260350"/>
            <a:ext cx="11891963" cy="6300788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3508598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BA5B3-8B1C-4C1C-B4EB-C9A8AC24A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7" cy="7556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54C622-8EF1-4AE4-AB25-19D71A5C5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39EF0319-0CF7-4AB8-BE69-FEE9B6C298F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5" y="1233488"/>
            <a:ext cx="2466000" cy="496728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2FAA6CD-8686-4F0E-9F34-3D74AC34027E}"/>
              </a:ext>
            </a:extLst>
          </p:cNvPr>
          <p:cNvSpPr/>
          <p:nvPr userDrawn="1"/>
        </p:nvSpPr>
        <p:spPr>
          <a:xfrm>
            <a:off x="2892285" y="1233488"/>
            <a:ext cx="3210339" cy="12715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A658D4-2F70-44A3-A7C3-BF6A1D7BE2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04445" y="1330963"/>
            <a:ext cx="2986019" cy="1076636"/>
          </a:xfrm>
        </p:spPr>
        <p:txBody>
          <a:bodyPr anchor="ctr"/>
          <a:lstStyle>
            <a:lvl1pPr marL="0" indent="0">
              <a:buNone/>
              <a:defRPr sz="24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35AFBAA-25FF-494A-937E-3DFC5F737803}"/>
              </a:ext>
            </a:extLst>
          </p:cNvPr>
          <p:cNvSpPr/>
          <p:nvPr userDrawn="1"/>
        </p:nvSpPr>
        <p:spPr>
          <a:xfrm>
            <a:off x="2892284" y="2542916"/>
            <a:ext cx="3210339" cy="365785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F57B0C-62A3-4053-936D-9841C7D76D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004445" y="2623930"/>
            <a:ext cx="2986019" cy="344888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F36B08A9-4F2C-4D72-A755-CBF0DAD5A4F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51738" y="1233487"/>
            <a:ext cx="2464907" cy="496728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D8F79B-BFE6-4B3E-8853-5C61FDFF46D9}"/>
              </a:ext>
            </a:extLst>
          </p:cNvPr>
          <p:cNvSpPr/>
          <p:nvPr userDrawn="1"/>
        </p:nvSpPr>
        <p:spPr>
          <a:xfrm>
            <a:off x="8673131" y="1233488"/>
            <a:ext cx="3210339" cy="12715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3B3569E-E4EC-433C-AFDA-E50961675D8F}"/>
              </a:ext>
            </a:extLst>
          </p:cNvPr>
          <p:cNvSpPr/>
          <p:nvPr userDrawn="1"/>
        </p:nvSpPr>
        <p:spPr>
          <a:xfrm>
            <a:off x="8673130" y="2542916"/>
            <a:ext cx="3210339" cy="365785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2A6524-3EAC-4E27-BF8E-8F87E480F9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786099" y="1333189"/>
            <a:ext cx="2984400" cy="1074410"/>
          </a:xfrm>
        </p:spPr>
        <p:txBody>
          <a:bodyPr anchor="ctr"/>
          <a:lstStyle>
            <a:lvl1pPr marL="0" indent="0">
              <a:buNone/>
              <a:defRPr sz="24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FB94EC-1786-4ACB-B9A8-28216C7AB6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786099" y="2623930"/>
            <a:ext cx="2984400" cy="344888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61887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BA5B3-8B1C-4C1C-B4EB-C9A8AC24A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7" cy="7556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54C622-8EF1-4AE4-AB25-19D71A5C5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39EF0319-0CF7-4AB8-BE69-FEE9B6C298F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63827" y="1233488"/>
            <a:ext cx="4828135" cy="496728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2FAA6CD-8686-4F0E-9F34-3D74AC34027E}"/>
              </a:ext>
            </a:extLst>
          </p:cNvPr>
          <p:cNvSpPr/>
          <p:nvPr userDrawn="1"/>
        </p:nvSpPr>
        <p:spPr>
          <a:xfrm>
            <a:off x="371476" y="1233488"/>
            <a:ext cx="3210339" cy="12715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A658D4-2F70-44A3-A7C3-BF6A1D7BE2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3636" y="1330963"/>
            <a:ext cx="2986019" cy="1076636"/>
          </a:xfrm>
        </p:spPr>
        <p:txBody>
          <a:bodyPr anchor="ctr"/>
          <a:lstStyle>
            <a:lvl1pPr marL="0" indent="0">
              <a:buNone/>
              <a:defRPr sz="24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35AFBAA-25FF-494A-937E-3DFC5F737803}"/>
              </a:ext>
            </a:extLst>
          </p:cNvPr>
          <p:cNvSpPr/>
          <p:nvPr userDrawn="1"/>
        </p:nvSpPr>
        <p:spPr>
          <a:xfrm>
            <a:off x="371475" y="2542916"/>
            <a:ext cx="3210339" cy="365785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F57B0C-62A3-4053-936D-9841C7D76D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3636" y="2623930"/>
            <a:ext cx="2986019" cy="344888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D8F79B-BFE6-4B3E-8853-5C61FDFF46D9}"/>
              </a:ext>
            </a:extLst>
          </p:cNvPr>
          <p:cNvSpPr/>
          <p:nvPr userDrawn="1"/>
        </p:nvSpPr>
        <p:spPr>
          <a:xfrm>
            <a:off x="3717652" y="1233488"/>
            <a:ext cx="3210339" cy="12715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3B3569E-E4EC-433C-AFDA-E50961675D8F}"/>
              </a:ext>
            </a:extLst>
          </p:cNvPr>
          <p:cNvSpPr/>
          <p:nvPr userDrawn="1"/>
        </p:nvSpPr>
        <p:spPr>
          <a:xfrm>
            <a:off x="3717651" y="2542916"/>
            <a:ext cx="3210339" cy="365785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2A6524-3EAC-4E27-BF8E-8F87E480F9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830620" y="1333189"/>
            <a:ext cx="2984400" cy="1074410"/>
          </a:xfrm>
        </p:spPr>
        <p:txBody>
          <a:bodyPr anchor="ctr"/>
          <a:lstStyle>
            <a:lvl1pPr marL="0" indent="0">
              <a:buNone/>
              <a:defRPr sz="24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FB94EC-1786-4ACB-B9A8-28216C7AB6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830620" y="2623930"/>
            <a:ext cx="2984400" cy="344888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885199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BA5B3-8B1C-4C1C-B4EB-C9A8AC24A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7" cy="7556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54C622-8EF1-4AE4-AB25-19D71A5C5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39EF0319-0CF7-4AB8-BE69-FEE9B6C298F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5" y="1233488"/>
            <a:ext cx="11520487" cy="496728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2A6524-3EAC-4E27-BF8E-8F87E480F9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61798" y="2910543"/>
            <a:ext cx="5058000" cy="518457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FB94EC-1786-4ACB-B9A8-28216C7AB6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61798" y="3523420"/>
            <a:ext cx="5058000" cy="2181641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1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A658D4-2F70-44A3-A7C3-BF6A1D7BE2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5142" y="2910543"/>
            <a:ext cx="5058397" cy="518457"/>
          </a:xfrm>
        </p:spPr>
        <p:txBody>
          <a:bodyPr anchor="ctr"/>
          <a:lstStyle>
            <a:lvl1pPr marL="0" indent="0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F57B0C-62A3-4053-936D-9841C7D76D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95142" y="3523420"/>
            <a:ext cx="5058397" cy="2181641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1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641947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DB43705-0B3F-4F77-A8BB-08EC09D36A56}"/>
              </a:ext>
            </a:extLst>
          </p:cNvPr>
          <p:cNvSpPr/>
          <p:nvPr userDrawn="1"/>
        </p:nvSpPr>
        <p:spPr>
          <a:xfrm>
            <a:off x="0" y="0"/>
            <a:ext cx="12192000" cy="2146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2BA5B3-8B1C-4C1C-B4EB-C9A8AC24A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7" cy="755649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54C622-8EF1-4AE4-AB25-19D71A5C5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2A6524-3EAC-4E27-BF8E-8F87E480F9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61797" y="3634443"/>
            <a:ext cx="5630165" cy="518457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FB94EC-1786-4ACB-B9A8-28216C7AB6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61797" y="4247320"/>
            <a:ext cx="5630165" cy="1953455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A658D4-2F70-44A3-A7C3-BF6A1D7BE2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1476" y="3634443"/>
            <a:ext cx="5582064" cy="518457"/>
          </a:xfrm>
        </p:spPr>
        <p:txBody>
          <a:bodyPr anchor="ctr"/>
          <a:lstStyle>
            <a:lvl1pPr marL="0" indent="0">
              <a:buNone/>
              <a:defRPr sz="20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F57B0C-62A3-4053-936D-9841C7D76D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71476" y="4247320"/>
            <a:ext cx="5582064" cy="1953455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16CD8AAD-701B-4F23-AB47-6FC68078713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6" y="1593851"/>
            <a:ext cx="5582064" cy="1929569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Picture Placeholder 6">
            <a:extLst>
              <a:ext uri="{FF2B5EF4-FFF2-40B4-BE49-F238E27FC236}">
                <a16:creationId xmlns:a16="http://schemas.microsoft.com/office/drawing/2014/main" id="{2B9551A7-E41A-4D0E-925B-71270CA0F33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81738" y="1593850"/>
            <a:ext cx="5582064" cy="1929569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542488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990C1024-E4C7-44C6-ADC4-870B3D482C3F}"/>
              </a:ext>
            </a:extLst>
          </p:cNvPr>
          <p:cNvSpPr/>
          <p:nvPr userDrawn="1"/>
        </p:nvSpPr>
        <p:spPr>
          <a:xfrm>
            <a:off x="6441279" y="3761720"/>
            <a:ext cx="5446800" cy="240095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DB43705-0B3F-4F77-A8BB-08EC09D36A56}"/>
              </a:ext>
            </a:extLst>
          </p:cNvPr>
          <p:cNvSpPr/>
          <p:nvPr userDrawn="1"/>
        </p:nvSpPr>
        <p:spPr>
          <a:xfrm>
            <a:off x="371474" y="1271588"/>
            <a:ext cx="5445125" cy="240095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2BA5B3-8B1C-4C1C-B4EB-C9A8AC24A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7" cy="755649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54C622-8EF1-4AE4-AB25-19D71A5C5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2A6524-3EAC-4E27-BF8E-8F87E480F9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10169" y="3956706"/>
            <a:ext cx="5109021" cy="518457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FB94EC-1786-4ACB-B9A8-28216C7AB6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10169" y="4569583"/>
            <a:ext cx="5109021" cy="1412117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1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A658D4-2F70-44A3-A7C3-BF6A1D7BE2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9836" y="1462743"/>
            <a:ext cx="5108400" cy="518457"/>
          </a:xfrm>
        </p:spPr>
        <p:txBody>
          <a:bodyPr anchor="ctr"/>
          <a:lstStyle>
            <a:lvl1pPr marL="0" indent="0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F57B0C-62A3-4053-936D-9841C7D76D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9836" y="2075621"/>
            <a:ext cx="5108400" cy="1391480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1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Picture Placeholder 6">
            <a:extLst>
              <a:ext uri="{FF2B5EF4-FFF2-40B4-BE49-F238E27FC236}">
                <a16:creationId xmlns:a16="http://schemas.microsoft.com/office/drawing/2014/main" id="{9DFBCB44-5019-402B-BEC3-12F7F5526F0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80101" y="1271588"/>
            <a:ext cx="6012000" cy="2400955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6">
            <a:extLst>
              <a:ext uri="{FF2B5EF4-FFF2-40B4-BE49-F238E27FC236}">
                <a16:creationId xmlns:a16="http://schemas.microsoft.com/office/drawing/2014/main" id="{8CD826C9-080C-4638-B261-376BD8B3162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71475" y="3758268"/>
            <a:ext cx="6011800" cy="2400955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549031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5460C4-49C1-4270-BC58-5EEBC7761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7E138685-E3C5-48A4-8460-3BEDDDEDA6A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5" y="1233488"/>
            <a:ext cx="5572125" cy="3973512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B6811C8C-D1DA-4EE5-888B-A30D6285BA5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19837" y="2227263"/>
            <a:ext cx="5572125" cy="3973512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5661614-E5E5-43DF-A12A-7BE84E58EE3B}"/>
              </a:ext>
            </a:extLst>
          </p:cNvPr>
          <p:cNvSpPr/>
          <p:nvPr userDrawn="1"/>
        </p:nvSpPr>
        <p:spPr>
          <a:xfrm>
            <a:off x="371475" y="5271760"/>
            <a:ext cx="5572125" cy="92901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161B260-71A2-402A-A38D-FE2C484B7F99}"/>
              </a:ext>
            </a:extLst>
          </p:cNvPr>
          <p:cNvSpPr/>
          <p:nvPr userDrawn="1"/>
        </p:nvSpPr>
        <p:spPr>
          <a:xfrm>
            <a:off x="6319836" y="1233488"/>
            <a:ext cx="5572125" cy="92901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15B70BB-4776-4914-92C9-092579FD6E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4987" y="5380667"/>
            <a:ext cx="5245100" cy="711200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58899736-796A-4B23-9534-D8784DD9A2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83348" y="1342395"/>
            <a:ext cx="5245100" cy="711200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Add your text here</a:t>
            </a:r>
          </a:p>
        </p:txBody>
      </p:sp>
    </p:spTree>
    <p:extLst>
      <p:ext uri="{BB962C8B-B14F-4D97-AF65-F5344CB8AC3E}">
        <p14:creationId xmlns:p14="http://schemas.microsoft.com/office/powerpoint/2010/main" val="287864174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565E0AE-C9AC-4E26-B4A4-DDEE620D897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15B70BB-4776-4914-92C9-092579FD6E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7699" y="4517395"/>
            <a:ext cx="5372096" cy="711200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58899736-796A-4B23-9534-D8784DD9A2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54749" y="1642105"/>
            <a:ext cx="5372096" cy="711200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F023CF6-0A85-4867-A5CF-F75DDBC4C20A}"/>
              </a:ext>
            </a:extLst>
          </p:cNvPr>
          <p:cNvSpPr/>
          <p:nvPr userDrawn="1"/>
        </p:nvSpPr>
        <p:spPr>
          <a:xfrm>
            <a:off x="0" y="0"/>
            <a:ext cx="1854199" cy="1752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9F3577-4130-4F32-9302-DA8838D30560}"/>
              </a:ext>
            </a:extLst>
          </p:cNvPr>
          <p:cNvSpPr/>
          <p:nvPr userDrawn="1"/>
        </p:nvSpPr>
        <p:spPr>
          <a:xfrm>
            <a:off x="10337800" y="5122548"/>
            <a:ext cx="1854199" cy="1752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7E138685-E3C5-48A4-8460-3BEDDDEDA6A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7699" y="571500"/>
            <a:ext cx="5372097" cy="383984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B6811C8C-D1DA-4EE5-888B-A30D6285BA5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54748" y="2429505"/>
            <a:ext cx="5372097" cy="3856995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186982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565E0AE-C9AC-4E26-B4A4-DDEE620D897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F023CF6-0A85-4867-A5CF-F75DDBC4C20A}"/>
              </a:ext>
            </a:extLst>
          </p:cNvPr>
          <p:cNvSpPr/>
          <p:nvPr userDrawn="1"/>
        </p:nvSpPr>
        <p:spPr>
          <a:xfrm>
            <a:off x="0" y="1932303"/>
            <a:ext cx="12192000" cy="291719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7E138685-E3C5-48A4-8460-3BEDDDEDA6A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7699" y="1470977"/>
            <a:ext cx="5372097" cy="383984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B6811C8C-D1DA-4EE5-888B-A30D6285BA5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54748" y="1462403"/>
            <a:ext cx="5372097" cy="3856995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15B70BB-4776-4914-92C9-092579FD6E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7699" y="5451475"/>
            <a:ext cx="5372096" cy="711200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noProof="0"/>
              <a:t>Add your text here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58899736-796A-4B23-9534-D8784DD9A2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54748" y="591502"/>
            <a:ext cx="5372096" cy="711200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noProof="0"/>
              <a:t>Add your text here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F4B4D45-80E3-42F8-B437-4182608210C3}"/>
              </a:ext>
            </a:extLst>
          </p:cNvPr>
          <p:cNvGrpSpPr/>
          <p:nvPr userDrawn="1"/>
        </p:nvGrpSpPr>
        <p:grpSpPr>
          <a:xfrm>
            <a:off x="5387974" y="422433"/>
            <a:ext cx="644525" cy="973138"/>
            <a:chOff x="371475" y="671713"/>
            <a:chExt cx="496540" cy="836738"/>
          </a:xfrm>
          <a:solidFill>
            <a:schemeClr val="accent6"/>
          </a:solidFill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670E361-AF23-4722-9250-CCF26B3C5884}"/>
                </a:ext>
              </a:extLst>
            </p:cNvPr>
            <p:cNvSpPr/>
            <p:nvPr userDrawn="1"/>
          </p:nvSpPr>
          <p:spPr>
            <a:xfrm>
              <a:off x="371475" y="1011911"/>
              <a:ext cx="496540" cy="49654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DE16CED-9FCD-4407-99EF-FFBE689DA9F1}"/>
                </a:ext>
              </a:extLst>
            </p:cNvPr>
            <p:cNvSpPr/>
            <p:nvPr userDrawn="1"/>
          </p:nvSpPr>
          <p:spPr>
            <a:xfrm>
              <a:off x="620587" y="671713"/>
              <a:ext cx="247428" cy="24742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A147081-5AFB-463F-B27C-7A0C4CA0573B}"/>
              </a:ext>
            </a:extLst>
          </p:cNvPr>
          <p:cNvGrpSpPr/>
          <p:nvPr userDrawn="1"/>
        </p:nvGrpSpPr>
        <p:grpSpPr>
          <a:xfrm flipH="1">
            <a:off x="6248401" y="5451475"/>
            <a:ext cx="644525" cy="973138"/>
            <a:chOff x="371475" y="671713"/>
            <a:chExt cx="496540" cy="836738"/>
          </a:xfrm>
          <a:solidFill>
            <a:schemeClr val="accent6"/>
          </a:solidFill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AE24567E-B0AE-4E55-A5FB-3019A9598162}"/>
                </a:ext>
              </a:extLst>
            </p:cNvPr>
            <p:cNvSpPr/>
            <p:nvPr userDrawn="1"/>
          </p:nvSpPr>
          <p:spPr>
            <a:xfrm>
              <a:off x="371475" y="1011911"/>
              <a:ext cx="496540" cy="49654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4918E6C0-B582-4943-9462-FE9740846585}"/>
                </a:ext>
              </a:extLst>
            </p:cNvPr>
            <p:cNvSpPr/>
            <p:nvPr userDrawn="1"/>
          </p:nvSpPr>
          <p:spPr>
            <a:xfrm>
              <a:off x="620587" y="671713"/>
              <a:ext cx="247428" cy="24742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49338826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565E0AE-C9AC-4E26-B4A4-DDEE620D897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7E138685-E3C5-48A4-8460-3BEDDDEDA6A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19200" cy="685800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B6811C8C-D1DA-4EE5-888B-A30D6285BA5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72201" y="0"/>
            <a:ext cx="6019799" cy="685800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15B70BB-4776-4914-92C9-092579FD6E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5351" y="5008563"/>
            <a:ext cx="4910400" cy="711200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58899736-796A-4B23-9534-D8784DD9A2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35593" y="5008563"/>
            <a:ext cx="4908708" cy="711200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Add your text here</a:t>
            </a:r>
          </a:p>
        </p:txBody>
      </p:sp>
    </p:spTree>
    <p:extLst>
      <p:ext uri="{BB962C8B-B14F-4D97-AF65-F5344CB8AC3E}">
        <p14:creationId xmlns:p14="http://schemas.microsoft.com/office/powerpoint/2010/main" val="33037322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565E0AE-C9AC-4E26-B4A4-DDEE620D897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F023CF6-0A85-4867-A5CF-F75DDBC4C20A}"/>
              </a:ext>
            </a:extLst>
          </p:cNvPr>
          <p:cNvSpPr/>
          <p:nvPr userDrawn="1"/>
        </p:nvSpPr>
        <p:spPr>
          <a:xfrm>
            <a:off x="0" y="0"/>
            <a:ext cx="5372096" cy="685799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7E138685-E3C5-48A4-8460-3BEDDDEDA6A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5" y="260350"/>
            <a:ext cx="5618153" cy="630078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7E2F46B-C34E-40D3-9D43-BBA43EDFC924}"/>
              </a:ext>
            </a:extLst>
          </p:cNvPr>
          <p:cNvSpPr/>
          <p:nvPr userDrawn="1"/>
        </p:nvSpPr>
        <p:spPr>
          <a:xfrm>
            <a:off x="6819906" y="-18257"/>
            <a:ext cx="5372096" cy="685799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B6811C8C-D1DA-4EE5-888B-A30D6285BA5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80147" y="260350"/>
            <a:ext cx="5619600" cy="630078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15B70BB-4776-4914-92C9-092579FD6E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5351" y="5008563"/>
            <a:ext cx="4910400" cy="711200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58899736-796A-4B23-9534-D8784DD9A2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35593" y="5008563"/>
            <a:ext cx="4908708" cy="711200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Add your text here</a:t>
            </a:r>
          </a:p>
        </p:txBody>
      </p:sp>
    </p:spTree>
    <p:extLst>
      <p:ext uri="{BB962C8B-B14F-4D97-AF65-F5344CB8AC3E}">
        <p14:creationId xmlns:p14="http://schemas.microsoft.com/office/powerpoint/2010/main" val="363371013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5460C4-49C1-4270-BC58-5EEBC7761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2950CCA-59F9-4C47-A5BA-294E9EDCBABE}"/>
              </a:ext>
            </a:extLst>
          </p:cNvPr>
          <p:cNvSpPr/>
          <p:nvPr userDrawn="1"/>
        </p:nvSpPr>
        <p:spPr>
          <a:xfrm>
            <a:off x="371475" y="1233488"/>
            <a:ext cx="2776354" cy="49672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B5BF167-B9E6-4F02-9FA8-3CA79D552F0E}"/>
              </a:ext>
            </a:extLst>
          </p:cNvPr>
          <p:cNvSpPr/>
          <p:nvPr userDrawn="1"/>
        </p:nvSpPr>
        <p:spPr>
          <a:xfrm>
            <a:off x="3286186" y="1233488"/>
            <a:ext cx="2776354" cy="49672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48694DE-D82B-49DB-8A45-D1DD4C9BCEF1}"/>
              </a:ext>
            </a:extLst>
          </p:cNvPr>
          <p:cNvSpPr/>
          <p:nvPr userDrawn="1"/>
        </p:nvSpPr>
        <p:spPr>
          <a:xfrm>
            <a:off x="6200897" y="1233488"/>
            <a:ext cx="2776354" cy="496728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07C1370-8D38-4641-8D37-30A1218A4372}"/>
              </a:ext>
            </a:extLst>
          </p:cNvPr>
          <p:cNvSpPr/>
          <p:nvPr userDrawn="1"/>
        </p:nvSpPr>
        <p:spPr>
          <a:xfrm>
            <a:off x="9115608" y="1246188"/>
            <a:ext cx="2776354" cy="496728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CE3EDDE5-9B23-44D7-8546-0B2365B42B16}"/>
              </a:ext>
            </a:extLst>
          </p:cNvPr>
          <p:cNvCxnSpPr/>
          <p:nvPr userDrawn="1"/>
        </p:nvCxnSpPr>
        <p:spPr>
          <a:xfrm>
            <a:off x="591252" y="3721100"/>
            <a:ext cx="2336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9D259D5-D3C0-4B60-B2D9-9B6DFFD270D8}"/>
              </a:ext>
            </a:extLst>
          </p:cNvPr>
          <p:cNvCxnSpPr/>
          <p:nvPr userDrawn="1"/>
        </p:nvCxnSpPr>
        <p:spPr>
          <a:xfrm>
            <a:off x="3505963" y="3721100"/>
            <a:ext cx="2336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0710C392-9E34-4640-AC70-210A1B8C47B5}"/>
              </a:ext>
            </a:extLst>
          </p:cNvPr>
          <p:cNvCxnSpPr/>
          <p:nvPr userDrawn="1"/>
        </p:nvCxnSpPr>
        <p:spPr>
          <a:xfrm>
            <a:off x="6420674" y="3721100"/>
            <a:ext cx="2336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7A92E0B-B060-48FA-A650-36894FF4B216}"/>
              </a:ext>
            </a:extLst>
          </p:cNvPr>
          <p:cNvCxnSpPr/>
          <p:nvPr userDrawn="1"/>
        </p:nvCxnSpPr>
        <p:spPr>
          <a:xfrm>
            <a:off x="9335385" y="3721100"/>
            <a:ext cx="2336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D9056F2B-EAFD-4A57-BB92-D14816C84DD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76300" y="1739900"/>
            <a:ext cx="1689100" cy="1397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5" name="Picture Placeholder 33">
            <a:extLst>
              <a:ext uri="{FF2B5EF4-FFF2-40B4-BE49-F238E27FC236}">
                <a16:creationId xmlns:a16="http://schemas.microsoft.com/office/drawing/2014/main" id="{E65006DE-F797-4019-BB72-F484F9FE7E5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829813" y="4263232"/>
            <a:ext cx="1689100" cy="1397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6" name="Picture Placeholder 33">
            <a:extLst>
              <a:ext uri="{FF2B5EF4-FFF2-40B4-BE49-F238E27FC236}">
                <a16:creationId xmlns:a16="http://schemas.microsoft.com/office/drawing/2014/main" id="{0947D252-5545-4406-8764-B7712464DA5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744524" y="1739900"/>
            <a:ext cx="1689100" cy="1397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3">
            <a:extLst>
              <a:ext uri="{FF2B5EF4-FFF2-40B4-BE49-F238E27FC236}">
                <a16:creationId xmlns:a16="http://schemas.microsoft.com/office/drawing/2014/main" id="{DD89F80C-C1D7-4F63-BAD2-F4EE1F9A162F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659235" y="4263232"/>
            <a:ext cx="1689100" cy="1397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08BBFEC8-B6BE-4768-9284-26D98C06FF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0550" y="3949700"/>
            <a:ext cx="2336800" cy="1854200"/>
          </a:xfrm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1" name="Text Placeholder 39">
            <a:extLst>
              <a:ext uri="{FF2B5EF4-FFF2-40B4-BE49-F238E27FC236}">
                <a16:creationId xmlns:a16="http://schemas.microsoft.com/office/drawing/2014/main" id="{D12C79C2-427D-418B-8FFA-C27D8F2C986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505963" y="1595835"/>
            <a:ext cx="2336800" cy="1854200"/>
          </a:xfrm>
        </p:spPr>
        <p:txBody>
          <a:bodyPr anchor="b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2" name="Text Placeholder 39">
            <a:extLst>
              <a:ext uri="{FF2B5EF4-FFF2-40B4-BE49-F238E27FC236}">
                <a16:creationId xmlns:a16="http://schemas.microsoft.com/office/drawing/2014/main" id="{0FD568C4-A06D-4A56-B7D6-AF338F5C329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420674" y="3949700"/>
            <a:ext cx="2336800" cy="1854200"/>
          </a:xfrm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3" name="Text Placeholder 39">
            <a:extLst>
              <a:ext uri="{FF2B5EF4-FFF2-40B4-BE49-F238E27FC236}">
                <a16:creationId xmlns:a16="http://schemas.microsoft.com/office/drawing/2014/main" id="{76B41443-1233-4172-B61C-7CC516D8880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335385" y="1595835"/>
            <a:ext cx="2336800" cy="1854200"/>
          </a:xfrm>
        </p:spPr>
        <p:txBody>
          <a:bodyPr anchor="b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</p:spTree>
    <p:extLst>
      <p:ext uri="{BB962C8B-B14F-4D97-AF65-F5344CB8AC3E}">
        <p14:creationId xmlns:p14="http://schemas.microsoft.com/office/powerpoint/2010/main" val="210807895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B607F24-5B01-4964-9736-E876BC347E5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6168473" cy="7588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2950CCA-59F9-4C47-A5BA-294E9EDCBABE}"/>
              </a:ext>
            </a:extLst>
          </p:cNvPr>
          <p:cNvSpPr/>
          <p:nvPr userDrawn="1"/>
        </p:nvSpPr>
        <p:spPr>
          <a:xfrm>
            <a:off x="6769101" y="0"/>
            <a:ext cx="2711082" cy="228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44232AA-36A1-4A85-8868-9D12848EB106}"/>
              </a:ext>
            </a:extLst>
          </p:cNvPr>
          <p:cNvSpPr/>
          <p:nvPr userDrawn="1"/>
        </p:nvSpPr>
        <p:spPr>
          <a:xfrm>
            <a:off x="9480918" y="2286000"/>
            <a:ext cx="2711082" cy="228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B045D93-056D-486E-A634-890ECB9AF9C2}"/>
              </a:ext>
            </a:extLst>
          </p:cNvPr>
          <p:cNvSpPr/>
          <p:nvPr userDrawn="1"/>
        </p:nvSpPr>
        <p:spPr>
          <a:xfrm>
            <a:off x="6769100" y="4572000"/>
            <a:ext cx="2711082" cy="2286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67CD5E4-19A9-4EFD-BBF1-2B1FBC9BB9BD}"/>
              </a:ext>
            </a:extLst>
          </p:cNvPr>
          <p:cNvSpPr/>
          <p:nvPr userDrawn="1"/>
        </p:nvSpPr>
        <p:spPr>
          <a:xfrm>
            <a:off x="9480918" y="0"/>
            <a:ext cx="2711082" cy="228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A533582-AC3E-4F3B-9602-085EB97AD294}"/>
              </a:ext>
            </a:extLst>
          </p:cNvPr>
          <p:cNvSpPr/>
          <p:nvPr userDrawn="1"/>
        </p:nvSpPr>
        <p:spPr>
          <a:xfrm>
            <a:off x="6768364" y="2286000"/>
            <a:ext cx="2711082" cy="228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F0B1BD9-4AC2-4549-9001-383664C7F224}"/>
              </a:ext>
            </a:extLst>
          </p:cNvPr>
          <p:cNvSpPr/>
          <p:nvPr userDrawn="1"/>
        </p:nvSpPr>
        <p:spPr>
          <a:xfrm>
            <a:off x="9480918" y="4572000"/>
            <a:ext cx="2711082" cy="228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32B2DC05-AAD7-458D-B737-BE8CCA1FFA99}"/>
              </a:ext>
            </a:extLst>
          </p:cNvPr>
          <p:cNvSpPr/>
          <p:nvPr userDrawn="1"/>
        </p:nvSpPr>
        <p:spPr>
          <a:xfrm rot="5400000">
            <a:off x="9422986" y="1050373"/>
            <a:ext cx="298174" cy="185254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Isosceles Triangle 38">
            <a:extLst>
              <a:ext uri="{FF2B5EF4-FFF2-40B4-BE49-F238E27FC236}">
                <a16:creationId xmlns:a16="http://schemas.microsoft.com/office/drawing/2014/main" id="{E423C01B-EB10-48EF-8F1C-C2A7E1923E3E}"/>
              </a:ext>
            </a:extLst>
          </p:cNvPr>
          <p:cNvSpPr/>
          <p:nvPr userDrawn="1"/>
        </p:nvSpPr>
        <p:spPr>
          <a:xfrm rot="16200000">
            <a:off x="9238100" y="3336373"/>
            <a:ext cx="298174" cy="185254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Isosceles Triangle 43">
            <a:extLst>
              <a:ext uri="{FF2B5EF4-FFF2-40B4-BE49-F238E27FC236}">
                <a16:creationId xmlns:a16="http://schemas.microsoft.com/office/drawing/2014/main" id="{BB0D5D5D-BB46-489A-A006-03E52FDA0AB6}"/>
              </a:ext>
            </a:extLst>
          </p:cNvPr>
          <p:cNvSpPr/>
          <p:nvPr userDrawn="1"/>
        </p:nvSpPr>
        <p:spPr>
          <a:xfrm rot="5400000">
            <a:off x="9422986" y="5622373"/>
            <a:ext cx="298174" cy="185254"/>
          </a:xfrm>
          <a:prstGeom prst="triangl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Picture Placeholder 33">
            <a:extLst>
              <a:ext uri="{FF2B5EF4-FFF2-40B4-BE49-F238E27FC236}">
                <a16:creationId xmlns:a16="http://schemas.microsoft.com/office/drawing/2014/main" id="{2D0DCA06-9544-45C9-BE22-EBB853AE757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133588" y="561678"/>
            <a:ext cx="1405742" cy="1162644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6" name="Picture Placeholder 33">
            <a:extLst>
              <a:ext uri="{FF2B5EF4-FFF2-40B4-BE49-F238E27FC236}">
                <a16:creationId xmlns:a16="http://schemas.microsoft.com/office/drawing/2014/main" id="{21403A13-F195-405D-B352-4B77969E358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421034" y="2847678"/>
            <a:ext cx="1405742" cy="1162644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7" name="Picture Placeholder 33">
            <a:extLst>
              <a:ext uri="{FF2B5EF4-FFF2-40B4-BE49-F238E27FC236}">
                <a16:creationId xmlns:a16="http://schemas.microsoft.com/office/drawing/2014/main" id="{390C9BE2-4328-41D9-82FB-F6FEE7026C5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0133588" y="5133678"/>
            <a:ext cx="1405742" cy="1162644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8" name="Picture Placeholder 6">
            <a:extLst>
              <a:ext uri="{FF2B5EF4-FFF2-40B4-BE49-F238E27FC236}">
                <a16:creationId xmlns:a16="http://schemas.microsoft.com/office/drawing/2014/main" id="{7E57D58E-479C-4409-8D5F-7CAC3178A77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71475" y="1233488"/>
            <a:ext cx="6168473" cy="5624512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Text Placeholder 39">
            <a:extLst>
              <a:ext uri="{FF2B5EF4-FFF2-40B4-BE49-F238E27FC236}">
                <a16:creationId xmlns:a16="http://schemas.microsoft.com/office/drawing/2014/main" id="{1EE624A7-7FE4-44DC-B710-D995C25C9CE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956242" y="215900"/>
            <a:ext cx="2336800" cy="1854200"/>
          </a:xfrm>
        </p:spPr>
        <p:txBody>
          <a:bodyPr anchor="ctr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18" name="Text Placeholder 39">
            <a:extLst>
              <a:ext uri="{FF2B5EF4-FFF2-40B4-BE49-F238E27FC236}">
                <a16:creationId xmlns:a16="http://schemas.microsoft.com/office/drawing/2014/main" id="{34CC27D1-7AB7-4922-81C5-41E9C01BAAE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668059" y="2501900"/>
            <a:ext cx="2336800" cy="1854200"/>
          </a:xfrm>
        </p:spPr>
        <p:txBody>
          <a:bodyPr anchor="ctr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19" name="Text Placeholder 39">
            <a:extLst>
              <a:ext uri="{FF2B5EF4-FFF2-40B4-BE49-F238E27FC236}">
                <a16:creationId xmlns:a16="http://schemas.microsoft.com/office/drawing/2014/main" id="{03F0CFEB-33B8-47FE-BC44-44AF273543D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956241" y="4787900"/>
            <a:ext cx="2336800" cy="1854200"/>
          </a:xfrm>
        </p:spPr>
        <p:txBody>
          <a:bodyPr anchor="ctr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</p:spTree>
    <p:extLst>
      <p:ext uri="{BB962C8B-B14F-4D97-AF65-F5344CB8AC3E}">
        <p14:creationId xmlns:p14="http://schemas.microsoft.com/office/powerpoint/2010/main" val="201425918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8" name="Picture Placeholder 6">
            <a:extLst>
              <a:ext uri="{FF2B5EF4-FFF2-40B4-BE49-F238E27FC236}">
                <a16:creationId xmlns:a16="http://schemas.microsoft.com/office/drawing/2014/main" id="{7E57D58E-479C-4409-8D5F-7CAC3178A77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71475" y="1233488"/>
            <a:ext cx="11520487" cy="3049754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0" name="Picture Placeholder 33">
            <a:extLst>
              <a:ext uri="{FF2B5EF4-FFF2-40B4-BE49-F238E27FC236}">
                <a16:creationId xmlns:a16="http://schemas.microsoft.com/office/drawing/2014/main" id="{917F3183-F8DC-409E-BDAF-E3190E5CC10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466711" y="2999731"/>
            <a:ext cx="1405742" cy="1162644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Picture Placeholder 33">
            <a:extLst>
              <a:ext uri="{FF2B5EF4-FFF2-40B4-BE49-F238E27FC236}">
                <a16:creationId xmlns:a16="http://schemas.microsoft.com/office/drawing/2014/main" id="{8DCF90EE-8A0F-46BB-A8EC-27CB7826EB0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108135" y="2999731"/>
            <a:ext cx="1405742" cy="1162644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6" name="Picture Placeholder 33">
            <a:extLst>
              <a:ext uri="{FF2B5EF4-FFF2-40B4-BE49-F238E27FC236}">
                <a16:creationId xmlns:a16="http://schemas.microsoft.com/office/drawing/2014/main" id="{4B6BCE84-A7A7-4701-966F-9F969C523C51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749558" y="2999731"/>
            <a:ext cx="1405742" cy="1162644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Picture Placeholder 33">
            <a:extLst>
              <a:ext uri="{FF2B5EF4-FFF2-40B4-BE49-F238E27FC236}">
                <a16:creationId xmlns:a16="http://schemas.microsoft.com/office/drawing/2014/main" id="{2F810615-16AA-4D3F-93BB-1074BABE1234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435088" y="2999731"/>
            <a:ext cx="1405742" cy="1162644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9E999B4-BC91-4EF5-915C-59E58E141134}"/>
              </a:ext>
            </a:extLst>
          </p:cNvPr>
          <p:cNvSpPr/>
          <p:nvPr userDrawn="1"/>
        </p:nvSpPr>
        <p:spPr>
          <a:xfrm>
            <a:off x="979920" y="4514247"/>
            <a:ext cx="2379325" cy="16865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E3D72D1-545E-4FA9-B18F-DBE257DA9472}"/>
              </a:ext>
            </a:extLst>
          </p:cNvPr>
          <p:cNvSpPr/>
          <p:nvPr userDrawn="1"/>
        </p:nvSpPr>
        <p:spPr>
          <a:xfrm>
            <a:off x="3621344" y="4514247"/>
            <a:ext cx="2379325" cy="168652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1FF2C74-7F94-4D15-9530-4844CA0ABABA}"/>
              </a:ext>
            </a:extLst>
          </p:cNvPr>
          <p:cNvSpPr/>
          <p:nvPr userDrawn="1"/>
        </p:nvSpPr>
        <p:spPr>
          <a:xfrm>
            <a:off x="6262766" y="4514247"/>
            <a:ext cx="2379325" cy="168652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65048BF-5755-467D-94DA-799CD1A9ED70}"/>
              </a:ext>
            </a:extLst>
          </p:cNvPr>
          <p:cNvSpPr/>
          <p:nvPr userDrawn="1"/>
        </p:nvSpPr>
        <p:spPr>
          <a:xfrm>
            <a:off x="8904188" y="4514247"/>
            <a:ext cx="2379325" cy="168652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Text Placeholder 39">
            <a:extLst>
              <a:ext uri="{FF2B5EF4-FFF2-40B4-BE49-F238E27FC236}">
                <a16:creationId xmlns:a16="http://schemas.microsoft.com/office/drawing/2014/main" id="{3C8488B4-AC1B-43A6-A416-3F5BC72456F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91465" y="4598182"/>
            <a:ext cx="2156235" cy="1330436"/>
          </a:xfrm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950DB978-3832-472D-9958-42D6A712EA6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732888" y="4598182"/>
            <a:ext cx="2156235" cy="1330436"/>
          </a:xfrm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1" name="Text Placeholder 39">
            <a:extLst>
              <a:ext uri="{FF2B5EF4-FFF2-40B4-BE49-F238E27FC236}">
                <a16:creationId xmlns:a16="http://schemas.microsoft.com/office/drawing/2014/main" id="{7A9C8821-D3DD-40C3-83BD-38D19040571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74310" y="4598182"/>
            <a:ext cx="2156235" cy="1330436"/>
          </a:xfrm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2" name="Text Placeholder 39">
            <a:extLst>
              <a:ext uri="{FF2B5EF4-FFF2-40B4-BE49-F238E27FC236}">
                <a16:creationId xmlns:a16="http://schemas.microsoft.com/office/drawing/2014/main" id="{C3FC554A-BF67-40BD-BD4F-B2EA17BBDB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015732" y="4598182"/>
            <a:ext cx="2156235" cy="1330436"/>
          </a:xfrm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2ECF54D-C7AE-4FFE-A9FA-ECD663CD2A09}"/>
              </a:ext>
            </a:extLst>
          </p:cNvPr>
          <p:cNvCxnSpPr>
            <a:cxnSpLocks/>
          </p:cNvCxnSpPr>
          <p:nvPr userDrawn="1"/>
        </p:nvCxnSpPr>
        <p:spPr>
          <a:xfrm>
            <a:off x="979920" y="4357837"/>
            <a:ext cx="2379325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7FB84BED-8481-4D23-AE06-31529215FE6C}"/>
              </a:ext>
            </a:extLst>
          </p:cNvPr>
          <p:cNvCxnSpPr>
            <a:cxnSpLocks/>
          </p:cNvCxnSpPr>
          <p:nvPr userDrawn="1"/>
        </p:nvCxnSpPr>
        <p:spPr>
          <a:xfrm>
            <a:off x="3621344" y="4357837"/>
            <a:ext cx="2379325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A09D405-9228-4697-A91F-4E5A2B5B6512}"/>
              </a:ext>
            </a:extLst>
          </p:cNvPr>
          <p:cNvCxnSpPr>
            <a:cxnSpLocks/>
          </p:cNvCxnSpPr>
          <p:nvPr userDrawn="1"/>
        </p:nvCxnSpPr>
        <p:spPr>
          <a:xfrm>
            <a:off x="6262767" y="4357837"/>
            <a:ext cx="2379325" cy="0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645748A-37E1-4661-B50F-D1FCAF7F3088}"/>
              </a:ext>
            </a:extLst>
          </p:cNvPr>
          <p:cNvCxnSpPr>
            <a:cxnSpLocks/>
          </p:cNvCxnSpPr>
          <p:nvPr userDrawn="1"/>
        </p:nvCxnSpPr>
        <p:spPr>
          <a:xfrm>
            <a:off x="8904191" y="4357837"/>
            <a:ext cx="2379325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087214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8" name="Picture Placeholder 6">
            <a:extLst>
              <a:ext uri="{FF2B5EF4-FFF2-40B4-BE49-F238E27FC236}">
                <a16:creationId xmlns:a16="http://schemas.microsoft.com/office/drawing/2014/main" id="{7E57D58E-479C-4409-8D5F-7CAC3178A77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71476" y="1233488"/>
            <a:ext cx="4140890" cy="5148262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DD2DC66-11E4-4714-A8DE-E8AC34D49655}"/>
              </a:ext>
            </a:extLst>
          </p:cNvPr>
          <p:cNvSpPr/>
          <p:nvPr userDrawn="1"/>
        </p:nvSpPr>
        <p:spPr>
          <a:xfrm>
            <a:off x="4615257" y="1233489"/>
            <a:ext cx="2371952" cy="514826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6748F93-9B1D-4874-A164-A654BF7D6C8C}"/>
              </a:ext>
            </a:extLst>
          </p:cNvPr>
          <p:cNvGrpSpPr/>
          <p:nvPr userDrawn="1"/>
        </p:nvGrpSpPr>
        <p:grpSpPr>
          <a:xfrm>
            <a:off x="4842107" y="2462886"/>
            <a:ext cx="1918252" cy="2689468"/>
            <a:chOff x="4790661" y="2266122"/>
            <a:chExt cx="1918252" cy="2852530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4AEF10CE-C943-4C6B-9DBF-5A0E63CDC89B}"/>
                </a:ext>
              </a:extLst>
            </p:cNvPr>
            <p:cNvCxnSpPr/>
            <p:nvPr userDrawn="1"/>
          </p:nvCxnSpPr>
          <p:spPr>
            <a:xfrm>
              <a:off x="4790661" y="2266122"/>
              <a:ext cx="1918252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3428B198-0637-4F15-900F-6709BFE4BDEA}"/>
                </a:ext>
              </a:extLst>
            </p:cNvPr>
            <p:cNvCxnSpPr/>
            <p:nvPr userDrawn="1"/>
          </p:nvCxnSpPr>
          <p:spPr>
            <a:xfrm>
              <a:off x="4790661" y="3692387"/>
              <a:ext cx="1918252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7F29A1B0-F4AB-4243-979A-50FADE3330EA}"/>
                </a:ext>
              </a:extLst>
            </p:cNvPr>
            <p:cNvCxnSpPr/>
            <p:nvPr userDrawn="1"/>
          </p:nvCxnSpPr>
          <p:spPr>
            <a:xfrm>
              <a:off x="4790661" y="5118652"/>
              <a:ext cx="1918252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" name="Group 27">
            <a:extLst>
              <a:ext uri="{FF2B5EF4-FFF2-40B4-BE49-F238E27FC236}">
                <a16:creationId xmlns:a16="http://schemas.microsoft.com/office/drawing/2014/main" id="{F894F998-0FDF-4CA2-802E-4FCFA7674171}"/>
              </a:ext>
            </a:extLst>
          </p:cNvPr>
          <p:cNvGrpSpPr/>
          <p:nvPr userDrawn="1"/>
        </p:nvGrpSpPr>
        <p:grpSpPr>
          <a:xfrm>
            <a:off x="7090100" y="2462886"/>
            <a:ext cx="4801862" cy="2689468"/>
            <a:chOff x="4790661" y="2266122"/>
            <a:chExt cx="1918252" cy="2852530"/>
          </a:xfrm>
        </p:grpSpPr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C1F0C0C8-87C4-49FB-B35B-E937E9D0BEC5}"/>
                </a:ext>
              </a:extLst>
            </p:cNvPr>
            <p:cNvCxnSpPr/>
            <p:nvPr userDrawn="1"/>
          </p:nvCxnSpPr>
          <p:spPr>
            <a:xfrm>
              <a:off x="4790661" y="2266122"/>
              <a:ext cx="191825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857C5D3-7E33-4894-8AC3-0FD1BEB12F40}"/>
                </a:ext>
              </a:extLst>
            </p:cNvPr>
            <p:cNvCxnSpPr/>
            <p:nvPr userDrawn="1"/>
          </p:nvCxnSpPr>
          <p:spPr>
            <a:xfrm>
              <a:off x="4790661" y="3692387"/>
              <a:ext cx="191825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100BA9F8-92BF-42F0-BD46-D9B7E7422F75}"/>
                </a:ext>
              </a:extLst>
            </p:cNvPr>
            <p:cNvCxnSpPr/>
            <p:nvPr userDrawn="1"/>
          </p:nvCxnSpPr>
          <p:spPr>
            <a:xfrm>
              <a:off x="4790661" y="5118652"/>
              <a:ext cx="191825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Text Placeholder 39">
            <a:extLst>
              <a:ext uri="{FF2B5EF4-FFF2-40B4-BE49-F238E27FC236}">
                <a16:creationId xmlns:a16="http://schemas.microsoft.com/office/drawing/2014/main" id="{9760B601-DCBC-47C8-95BE-A5DFCCBAD09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166507" y="1463643"/>
            <a:ext cx="4725455" cy="758822"/>
          </a:xfrm>
        </p:spPr>
        <p:txBody>
          <a:bodyPr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179CBA0C-6465-4209-AF3F-548A57F20CE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166507" y="2741755"/>
            <a:ext cx="4725455" cy="758822"/>
          </a:xfrm>
        </p:spPr>
        <p:txBody>
          <a:bodyPr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1" name="Text Placeholder 39">
            <a:extLst>
              <a:ext uri="{FF2B5EF4-FFF2-40B4-BE49-F238E27FC236}">
                <a16:creationId xmlns:a16="http://schemas.microsoft.com/office/drawing/2014/main" id="{99852211-6BD9-4B69-BBC9-F2181F272D2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166507" y="4069997"/>
            <a:ext cx="4725455" cy="758822"/>
          </a:xfrm>
        </p:spPr>
        <p:txBody>
          <a:bodyPr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2" name="Text Placeholder 39">
            <a:extLst>
              <a:ext uri="{FF2B5EF4-FFF2-40B4-BE49-F238E27FC236}">
                <a16:creationId xmlns:a16="http://schemas.microsoft.com/office/drawing/2014/main" id="{EEF11D65-7095-41D2-9630-E2EB44552E5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166507" y="5394355"/>
            <a:ext cx="4725455" cy="758822"/>
          </a:xfrm>
        </p:spPr>
        <p:txBody>
          <a:bodyPr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3" name="Picture Placeholder 33">
            <a:extLst>
              <a:ext uri="{FF2B5EF4-FFF2-40B4-BE49-F238E27FC236}">
                <a16:creationId xmlns:a16="http://schemas.microsoft.com/office/drawing/2014/main" id="{1644FD94-AD03-4C4F-A1A5-085DD8F566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227571" y="1437538"/>
            <a:ext cx="1147325" cy="811033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4" name="Picture Placeholder 33">
            <a:extLst>
              <a:ext uri="{FF2B5EF4-FFF2-40B4-BE49-F238E27FC236}">
                <a16:creationId xmlns:a16="http://schemas.microsoft.com/office/drawing/2014/main" id="{9A1BE0BE-1FFD-445C-B6BA-E4A602D22112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227571" y="2715650"/>
            <a:ext cx="1147325" cy="811033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5" name="Picture Placeholder 33">
            <a:extLst>
              <a:ext uri="{FF2B5EF4-FFF2-40B4-BE49-F238E27FC236}">
                <a16:creationId xmlns:a16="http://schemas.microsoft.com/office/drawing/2014/main" id="{B577AF17-6C7E-48B9-B267-0874B232A710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227571" y="4043892"/>
            <a:ext cx="1147325" cy="811033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6" name="Picture Placeholder 33">
            <a:extLst>
              <a:ext uri="{FF2B5EF4-FFF2-40B4-BE49-F238E27FC236}">
                <a16:creationId xmlns:a16="http://schemas.microsoft.com/office/drawing/2014/main" id="{98A01AB1-3434-46C7-B1B3-90AFD4B1799F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5227571" y="5368250"/>
            <a:ext cx="1147325" cy="811033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809251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1DD2DC66-11E4-4714-A8DE-E8AC34D49655}"/>
              </a:ext>
            </a:extLst>
          </p:cNvPr>
          <p:cNvSpPr/>
          <p:nvPr userDrawn="1"/>
        </p:nvSpPr>
        <p:spPr>
          <a:xfrm>
            <a:off x="371475" y="1233488"/>
            <a:ext cx="2293200" cy="24276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AF541B1-4F4B-40BC-BF0B-B80864399D0C}"/>
              </a:ext>
            </a:extLst>
          </p:cNvPr>
          <p:cNvSpPr/>
          <p:nvPr userDrawn="1"/>
        </p:nvSpPr>
        <p:spPr>
          <a:xfrm>
            <a:off x="371475" y="3773172"/>
            <a:ext cx="2293200" cy="24276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B837A4A-8DA3-4F45-9468-2C7DE5B35803}"/>
              </a:ext>
            </a:extLst>
          </p:cNvPr>
          <p:cNvSpPr/>
          <p:nvPr userDrawn="1"/>
        </p:nvSpPr>
        <p:spPr>
          <a:xfrm>
            <a:off x="6170635" y="1233487"/>
            <a:ext cx="2294237" cy="242760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9CA034F-F360-4CF5-B944-C16768254C5A}"/>
              </a:ext>
            </a:extLst>
          </p:cNvPr>
          <p:cNvSpPr/>
          <p:nvPr userDrawn="1"/>
        </p:nvSpPr>
        <p:spPr>
          <a:xfrm>
            <a:off x="6170635" y="3773171"/>
            <a:ext cx="2294237" cy="242760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Picture Placeholder 33">
            <a:extLst>
              <a:ext uri="{FF2B5EF4-FFF2-40B4-BE49-F238E27FC236}">
                <a16:creationId xmlns:a16="http://schemas.microsoft.com/office/drawing/2014/main" id="{1644FD94-AD03-4C4F-A1A5-085DD8F566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5473" y="1713955"/>
            <a:ext cx="1805204" cy="1466666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CA01639-D8FA-4F18-8FE5-E923F5A1BB48}"/>
              </a:ext>
            </a:extLst>
          </p:cNvPr>
          <p:cNvSpPr/>
          <p:nvPr userDrawn="1"/>
        </p:nvSpPr>
        <p:spPr>
          <a:xfrm>
            <a:off x="2730561" y="1233488"/>
            <a:ext cx="3342248" cy="24276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F02D09E-3C25-405E-BF24-A884A07C224A}"/>
              </a:ext>
            </a:extLst>
          </p:cNvPr>
          <p:cNvSpPr/>
          <p:nvPr userDrawn="1"/>
        </p:nvSpPr>
        <p:spPr>
          <a:xfrm>
            <a:off x="2730561" y="3773171"/>
            <a:ext cx="3342248" cy="24276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Text Placeholder 39">
            <a:extLst>
              <a:ext uri="{FF2B5EF4-FFF2-40B4-BE49-F238E27FC236}">
                <a16:creationId xmlns:a16="http://schemas.microsoft.com/office/drawing/2014/main" id="{9760B601-DCBC-47C8-95BE-A5DFCCBAD09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900245" y="1460126"/>
            <a:ext cx="3002880" cy="1974324"/>
          </a:xfrm>
        </p:spPr>
        <p:txBody>
          <a:bodyPr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35" name="Text Placeholder 39">
            <a:extLst>
              <a:ext uri="{FF2B5EF4-FFF2-40B4-BE49-F238E27FC236}">
                <a16:creationId xmlns:a16="http://schemas.microsoft.com/office/drawing/2014/main" id="{33BDF68D-A417-4526-95BD-83DC0A4FA5B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900245" y="3999809"/>
            <a:ext cx="3002880" cy="1974324"/>
          </a:xfrm>
        </p:spPr>
        <p:txBody>
          <a:bodyPr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C6F0F84-9668-4EA8-A3F5-3AD5AED3EFDD}"/>
              </a:ext>
            </a:extLst>
          </p:cNvPr>
          <p:cNvSpPr/>
          <p:nvPr userDrawn="1"/>
        </p:nvSpPr>
        <p:spPr>
          <a:xfrm>
            <a:off x="8549714" y="1233488"/>
            <a:ext cx="3342248" cy="24276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9CCCFCB-4EAD-47A3-8F4A-307EE022DD53}"/>
              </a:ext>
            </a:extLst>
          </p:cNvPr>
          <p:cNvSpPr/>
          <p:nvPr userDrawn="1"/>
        </p:nvSpPr>
        <p:spPr>
          <a:xfrm>
            <a:off x="8549714" y="3773171"/>
            <a:ext cx="3342248" cy="24276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9" name="Text Placeholder 39">
            <a:extLst>
              <a:ext uri="{FF2B5EF4-FFF2-40B4-BE49-F238E27FC236}">
                <a16:creationId xmlns:a16="http://schemas.microsoft.com/office/drawing/2014/main" id="{058CD71F-A7E3-4F68-ADE3-4E6B1BAE312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719398" y="1460126"/>
            <a:ext cx="3002880" cy="1974324"/>
          </a:xfrm>
        </p:spPr>
        <p:txBody>
          <a:bodyPr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50" name="Text Placeholder 39">
            <a:extLst>
              <a:ext uri="{FF2B5EF4-FFF2-40B4-BE49-F238E27FC236}">
                <a16:creationId xmlns:a16="http://schemas.microsoft.com/office/drawing/2014/main" id="{6EC40EC2-3775-4AF2-965D-0235107D834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719398" y="3999809"/>
            <a:ext cx="3002880" cy="1974324"/>
          </a:xfrm>
        </p:spPr>
        <p:txBody>
          <a:bodyPr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51" name="Picture Placeholder 33">
            <a:extLst>
              <a:ext uri="{FF2B5EF4-FFF2-40B4-BE49-F238E27FC236}">
                <a16:creationId xmlns:a16="http://schemas.microsoft.com/office/drawing/2014/main" id="{F196EA03-E36C-4E2A-A82F-8FA76EC2DBFC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15473" y="4253638"/>
            <a:ext cx="1805204" cy="1466666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2" name="Picture Placeholder 33">
            <a:extLst>
              <a:ext uri="{FF2B5EF4-FFF2-40B4-BE49-F238E27FC236}">
                <a16:creationId xmlns:a16="http://schemas.microsoft.com/office/drawing/2014/main" id="{9A754FAD-4B3A-4A76-9F0D-84DA72FD822B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415151" y="4253638"/>
            <a:ext cx="1805204" cy="1466666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3" name="Picture Placeholder 33">
            <a:extLst>
              <a:ext uri="{FF2B5EF4-FFF2-40B4-BE49-F238E27FC236}">
                <a16:creationId xmlns:a16="http://schemas.microsoft.com/office/drawing/2014/main" id="{7A45718F-1012-47C4-BF29-7462E5C6CB90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6415151" y="1713954"/>
            <a:ext cx="1805204" cy="1466666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773224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1DD2DC66-11E4-4714-A8DE-E8AC34D49655}"/>
              </a:ext>
            </a:extLst>
          </p:cNvPr>
          <p:cNvSpPr/>
          <p:nvPr userDrawn="1"/>
        </p:nvSpPr>
        <p:spPr>
          <a:xfrm>
            <a:off x="371474" y="1660868"/>
            <a:ext cx="2686613" cy="24276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CD9ECBB-3A0A-409C-B1C0-C8F4C3087894}"/>
              </a:ext>
            </a:extLst>
          </p:cNvPr>
          <p:cNvSpPr/>
          <p:nvPr userDrawn="1"/>
        </p:nvSpPr>
        <p:spPr>
          <a:xfrm>
            <a:off x="3316099" y="1660868"/>
            <a:ext cx="2686613" cy="24276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FB4FA2C-0414-484D-95CD-C5E17E33E238}"/>
              </a:ext>
            </a:extLst>
          </p:cNvPr>
          <p:cNvSpPr/>
          <p:nvPr userDrawn="1"/>
        </p:nvSpPr>
        <p:spPr>
          <a:xfrm>
            <a:off x="6260723" y="1660868"/>
            <a:ext cx="2686613" cy="242760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D0DE753-6478-4950-8F99-15952FCB6521}"/>
              </a:ext>
            </a:extLst>
          </p:cNvPr>
          <p:cNvSpPr/>
          <p:nvPr userDrawn="1"/>
        </p:nvSpPr>
        <p:spPr>
          <a:xfrm>
            <a:off x="9205348" y="1660868"/>
            <a:ext cx="2686613" cy="242760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Picture Placeholder 33">
            <a:extLst>
              <a:ext uri="{FF2B5EF4-FFF2-40B4-BE49-F238E27FC236}">
                <a16:creationId xmlns:a16="http://schemas.microsoft.com/office/drawing/2014/main" id="{1644FD94-AD03-4C4F-A1A5-085DD8F566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7420" y="1761485"/>
            <a:ext cx="2494721" cy="2226366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8" name="Picture Placeholder 33">
            <a:extLst>
              <a:ext uri="{FF2B5EF4-FFF2-40B4-BE49-F238E27FC236}">
                <a16:creationId xmlns:a16="http://schemas.microsoft.com/office/drawing/2014/main" id="{85BB27A3-DB87-46F4-8CA4-3C04A088E787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412045" y="1761485"/>
            <a:ext cx="2494721" cy="2226366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Picture Placeholder 33">
            <a:extLst>
              <a:ext uri="{FF2B5EF4-FFF2-40B4-BE49-F238E27FC236}">
                <a16:creationId xmlns:a16="http://schemas.microsoft.com/office/drawing/2014/main" id="{F356E399-83ED-4937-A1CC-F591866C0E8C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356669" y="1761485"/>
            <a:ext cx="2494721" cy="2226366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33">
            <a:extLst>
              <a:ext uri="{FF2B5EF4-FFF2-40B4-BE49-F238E27FC236}">
                <a16:creationId xmlns:a16="http://schemas.microsoft.com/office/drawing/2014/main" id="{0967254B-CF1D-4F0D-A7F6-EC4E117B7509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301294" y="1761485"/>
            <a:ext cx="2494721" cy="2226366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1" name="Text Placeholder 39">
            <a:extLst>
              <a:ext uri="{FF2B5EF4-FFF2-40B4-BE49-F238E27FC236}">
                <a16:creationId xmlns:a16="http://schemas.microsoft.com/office/drawing/2014/main" id="{0CEF6C35-6F7B-43AD-9E4D-44C2F8A7DFA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71474" y="4302782"/>
            <a:ext cx="2686613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33" name="Text Placeholder 39">
            <a:extLst>
              <a:ext uri="{FF2B5EF4-FFF2-40B4-BE49-F238E27FC236}">
                <a16:creationId xmlns:a16="http://schemas.microsoft.com/office/drawing/2014/main" id="{44EF032C-161A-4C58-B624-66488C255E1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71474" y="5058156"/>
            <a:ext cx="2686613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16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37" name="Text Placeholder 39">
            <a:extLst>
              <a:ext uri="{FF2B5EF4-FFF2-40B4-BE49-F238E27FC236}">
                <a16:creationId xmlns:a16="http://schemas.microsoft.com/office/drawing/2014/main" id="{ACF86334-F4A8-4CCD-944F-524700CD838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316099" y="4302782"/>
            <a:ext cx="2686613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2000" b="1">
                <a:solidFill>
                  <a:schemeClr val="accent2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38" name="Text Placeholder 39">
            <a:extLst>
              <a:ext uri="{FF2B5EF4-FFF2-40B4-BE49-F238E27FC236}">
                <a16:creationId xmlns:a16="http://schemas.microsoft.com/office/drawing/2014/main" id="{135B4AC9-821C-4D70-8A4A-1992394DE43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316099" y="5058156"/>
            <a:ext cx="2686613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16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D2CF516C-7598-43D3-95E9-5633F8F4469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260723" y="4302782"/>
            <a:ext cx="2686613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1" name="Text Placeholder 39">
            <a:extLst>
              <a:ext uri="{FF2B5EF4-FFF2-40B4-BE49-F238E27FC236}">
                <a16:creationId xmlns:a16="http://schemas.microsoft.com/office/drawing/2014/main" id="{12A6084C-5383-4EFC-8D49-33C5B61E649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60723" y="5058156"/>
            <a:ext cx="2686613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16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2" name="Text Placeholder 39">
            <a:extLst>
              <a:ext uri="{FF2B5EF4-FFF2-40B4-BE49-F238E27FC236}">
                <a16:creationId xmlns:a16="http://schemas.microsoft.com/office/drawing/2014/main" id="{EFC5493B-D3CF-41B9-A996-7FBE932504B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205350" y="4302782"/>
            <a:ext cx="2686613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2000" b="1">
                <a:solidFill>
                  <a:schemeClr val="accent6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4" name="Text Placeholder 39">
            <a:extLst>
              <a:ext uri="{FF2B5EF4-FFF2-40B4-BE49-F238E27FC236}">
                <a16:creationId xmlns:a16="http://schemas.microsoft.com/office/drawing/2014/main" id="{33A98F60-C169-44C1-9654-2239C9C1F29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205350" y="5058156"/>
            <a:ext cx="2686613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16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</p:spTree>
    <p:extLst>
      <p:ext uri="{BB962C8B-B14F-4D97-AF65-F5344CB8AC3E}">
        <p14:creationId xmlns:p14="http://schemas.microsoft.com/office/powerpoint/2010/main" val="188473430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FBB81E01-55F6-44A7-8ACB-B172EA0F9FB3}"/>
              </a:ext>
            </a:extLst>
          </p:cNvPr>
          <p:cNvSpPr/>
          <p:nvPr userDrawn="1"/>
        </p:nvSpPr>
        <p:spPr>
          <a:xfrm>
            <a:off x="467420" y="3895002"/>
            <a:ext cx="2494721" cy="2067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AD85DF7-0BE8-4B88-98A1-F5062CDAA964}"/>
              </a:ext>
            </a:extLst>
          </p:cNvPr>
          <p:cNvSpPr/>
          <p:nvPr userDrawn="1"/>
        </p:nvSpPr>
        <p:spPr>
          <a:xfrm>
            <a:off x="3412044" y="3895002"/>
            <a:ext cx="2494721" cy="20672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F69394C-95D0-4D10-A34D-A35EF27D2806}"/>
              </a:ext>
            </a:extLst>
          </p:cNvPr>
          <p:cNvSpPr/>
          <p:nvPr userDrawn="1"/>
        </p:nvSpPr>
        <p:spPr>
          <a:xfrm>
            <a:off x="6356668" y="3895002"/>
            <a:ext cx="2494721" cy="206723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6DBF753-694A-4503-A33B-73C09E8EE3A5}"/>
              </a:ext>
            </a:extLst>
          </p:cNvPr>
          <p:cNvSpPr/>
          <p:nvPr userDrawn="1"/>
        </p:nvSpPr>
        <p:spPr>
          <a:xfrm>
            <a:off x="9301294" y="3895002"/>
            <a:ext cx="2494721" cy="206723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Picture Placeholder 33">
            <a:extLst>
              <a:ext uri="{FF2B5EF4-FFF2-40B4-BE49-F238E27FC236}">
                <a16:creationId xmlns:a16="http://schemas.microsoft.com/office/drawing/2014/main" id="{1644FD94-AD03-4C4F-A1A5-085DD8F566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7420" y="1522949"/>
            <a:ext cx="2494721" cy="2226366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8" name="Picture Placeholder 33">
            <a:extLst>
              <a:ext uri="{FF2B5EF4-FFF2-40B4-BE49-F238E27FC236}">
                <a16:creationId xmlns:a16="http://schemas.microsoft.com/office/drawing/2014/main" id="{85BB27A3-DB87-46F4-8CA4-3C04A088E787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412045" y="1522949"/>
            <a:ext cx="2494721" cy="2226366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Picture Placeholder 33">
            <a:extLst>
              <a:ext uri="{FF2B5EF4-FFF2-40B4-BE49-F238E27FC236}">
                <a16:creationId xmlns:a16="http://schemas.microsoft.com/office/drawing/2014/main" id="{F356E399-83ED-4937-A1CC-F591866C0E8C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356669" y="1522949"/>
            <a:ext cx="2494721" cy="2226366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33">
            <a:extLst>
              <a:ext uri="{FF2B5EF4-FFF2-40B4-BE49-F238E27FC236}">
                <a16:creationId xmlns:a16="http://schemas.microsoft.com/office/drawing/2014/main" id="{0967254B-CF1D-4F0D-A7F6-EC4E117B7509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301294" y="1522949"/>
            <a:ext cx="2494721" cy="2226366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1" name="Text Placeholder 39">
            <a:extLst>
              <a:ext uri="{FF2B5EF4-FFF2-40B4-BE49-F238E27FC236}">
                <a16:creationId xmlns:a16="http://schemas.microsoft.com/office/drawing/2014/main" id="{0CEF6C35-6F7B-43AD-9E4D-44C2F8A7DFA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4610" y="4123880"/>
            <a:ext cx="2220341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33" name="Text Placeholder 39">
            <a:extLst>
              <a:ext uri="{FF2B5EF4-FFF2-40B4-BE49-F238E27FC236}">
                <a16:creationId xmlns:a16="http://schemas.microsoft.com/office/drawing/2014/main" id="{44EF032C-161A-4C58-B624-66488C255E1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04610" y="4879254"/>
            <a:ext cx="2220341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1600" b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37" name="Text Placeholder 39">
            <a:extLst>
              <a:ext uri="{FF2B5EF4-FFF2-40B4-BE49-F238E27FC236}">
                <a16:creationId xmlns:a16="http://schemas.microsoft.com/office/drawing/2014/main" id="{ACF86334-F4A8-4CCD-944F-524700CD838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549235" y="4123880"/>
            <a:ext cx="2220341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38" name="Text Placeholder 39">
            <a:extLst>
              <a:ext uri="{FF2B5EF4-FFF2-40B4-BE49-F238E27FC236}">
                <a16:creationId xmlns:a16="http://schemas.microsoft.com/office/drawing/2014/main" id="{135B4AC9-821C-4D70-8A4A-1992394DE43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49235" y="4879254"/>
            <a:ext cx="2220341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1600" b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D2CF516C-7598-43D3-95E9-5633F8F4469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493859" y="4123880"/>
            <a:ext cx="2220341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1" name="Text Placeholder 39">
            <a:extLst>
              <a:ext uri="{FF2B5EF4-FFF2-40B4-BE49-F238E27FC236}">
                <a16:creationId xmlns:a16="http://schemas.microsoft.com/office/drawing/2014/main" id="{12A6084C-5383-4EFC-8D49-33C5B61E649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493859" y="4879254"/>
            <a:ext cx="2220341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1600" b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2" name="Text Placeholder 39">
            <a:extLst>
              <a:ext uri="{FF2B5EF4-FFF2-40B4-BE49-F238E27FC236}">
                <a16:creationId xmlns:a16="http://schemas.microsoft.com/office/drawing/2014/main" id="{EFC5493B-D3CF-41B9-A996-7FBE932504B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438486" y="4123880"/>
            <a:ext cx="2220341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4" name="Text Placeholder 39">
            <a:extLst>
              <a:ext uri="{FF2B5EF4-FFF2-40B4-BE49-F238E27FC236}">
                <a16:creationId xmlns:a16="http://schemas.microsoft.com/office/drawing/2014/main" id="{33A98F60-C169-44C1-9654-2239C9C1F29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438486" y="4879254"/>
            <a:ext cx="2220341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1600" b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</p:spTree>
    <p:extLst>
      <p:ext uri="{BB962C8B-B14F-4D97-AF65-F5344CB8AC3E}">
        <p14:creationId xmlns:p14="http://schemas.microsoft.com/office/powerpoint/2010/main" val="56538280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56084AEC-DB39-4367-A213-BB2FE4AD38BE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4900613" y="1233488"/>
            <a:ext cx="6991350" cy="4967287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928258E-48B5-471F-BC61-B45FB2CA51BA}"/>
              </a:ext>
            </a:extLst>
          </p:cNvPr>
          <p:cNvSpPr/>
          <p:nvPr userDrawn="1"/>
        </p:nvSpPr>
        <p:spPr>
          <a:xfrm>
            <a:off x="371474" y="1233488"/>
            <a:ext cx="4419187" cy="49672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867FAC3-5109-4D5D-8105-FC48313396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6100" y="1450975"/>
            <a:ext cx="4065588" cy="4552950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5967963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56084AEC-DB39-4367-A213-BB2FE4AD38BE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371475" y="1233488"/>
            <a:ext cx="11520488" cy="4967287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952979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56084AEC-DB39-4367-A213-BB2FE4AD38BE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371475" y="1233488"/>
            <a:ext cx="7450621" cy="4967287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1D1D3DC-359F-47D3-A498-6E5DEF615BD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940675" y="1233488"/>
            <a:ext cx="3951288" cy="4967287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059300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56084AEC-DB39-4367-A213-BB2FE4AD38BE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381415" y="1233488"/>
            <a:ext cx="5512490" cy="4967287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7" name="Chart Placeholder 3">
            <a:extLst>
              <a:ext uri="{FF2B5EF4-FFF2-40B4-BE49-F238E27FC236}">
                <a16:creationId xmlns:a16="http://schemas.microsoft.com/office/drawing/2014/main" id="{6750280A-6976-42F9-B984-8601DD1972DC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6379473" y="1233488"/>
            <a:ext cx="5512490" cy="4967287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E63221D-DF23-4F80-AB42-A74C1B1CB425}"/>
              </a:ext>
            </a:extLst>
          </p:cNvPr>
          <p:cNvCxnSpPr/>
          <p:nvPr userDrawn="1"/>
        </p:nvCxnSpPr>
        <p:spPr>
          <a:xfrm>
            <a:off x="6125817" y="1233488"/>
            <a:ext cx="0" cy="4967287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73957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56084AEC-DB39-4367-A213-BB2FE4AD38BE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510622" y="1362696"/>
            <a:ext cx="5552246" cy="229489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9" name="Chart Placeholder 3">
            <a:extLst>
              <a:ext uri="{FF2B5EF4-FFF2-40B4-BE49-F238E27FC236}">
                <a16:creationId xmlns:a16="http://schemas.microsoft.com/office/drawing/2014/main" id="{3CC4F2FB-E360-40E2-BDA5-455EB243C216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500682" y="3781218"/>
            <a:ext cx="5552246" cy="229489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10" name="Chart Placeholder 3">
            <a:extLst>
              <a:ext uri="{FF2B5EF4-FFF2-40B4-BE49-F238E27FC236}">
                <a16:creationId xmlns:a16="http://schemas.microsoft.com/office/drawing/2014/main" id="{6373EAFD-6648-4861-97FB-A3961B86C814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6208643" y="1367561"/>
            <a:ext cx="5552246" cy="229489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11" name="Chart Placeholder 3">
            <a:extLst>
              <a:ext uri="{FF2B5EF4-FFF2-40B4-BE49-F238E27FC236}">
                <a16:creationId xmlns:a16="http://schemas.microsoft.com/office/drawing/2014/main" id="{CF0E102C-57E1-46ED-BE41-21C356F42BAD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>
          <a:xfrm>
            <a:off x="6198703" y="3786083"/>
            <a:ext cx="5552246" cy="229489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08442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6607FB0-0FB2-41FD-B334-74C7B05B8CE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D02598E-521E-41CD-B068-134834CFF4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7999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8B51C6-9166-4F67-995A-396809E6533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727201" y="2337595"/>
            <a:ext cx="8737600" cy="2182811"/>
          </a:xfrm>
        </p:spPr>
        <p:txBody>
          <a:bodyPr anchor="ctr">
            <a:normAutofit/>
          </a:bodyPr>
          <a:lstStyle>
            <a:lvl1pPr algn="ctr">
              <a:defRPr sz="115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75753809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C3DD3-9184-4434-93FC-DDB3E5B53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02458-F7EC-4A75-A897-E73CF8028E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D31584-D229-4F6C-BA8E-36782FDA8D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2B7AE8-665C-4FF6-B292-B525984D9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031890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2ACFC-0D65-4857-AAEE-904747F38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594C5E-E06C-488C-AC82-331C53B94F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EC8C27-FA57-408C-8D6B-844D81BC83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68A18F-96D4-4F1F-BF6B-EDFACBF8D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3416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060ACE-E228-45FD-83E3-FF4D1CCF7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7" cy="7588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8AF9FF-2A4E-41E6-956B-69BC625CC9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1474" y="1233488"/>
            <a:ext cx="11520487" cy="49434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EE1F87C-C7F2-4F14-86B1-854B7B0C580E}"/>
              </a:ext>
            </a:extLst>
          </p:cNvPr>
          <p:cNvSpPr/>
          <p:nvPr userDrawn="1"/>
        </p:nvSpPr>
        <p:spPr>
          <a:xfrm>
            <a:off x="11229975" y="6512060"/>
            <a:ext cx="962025" cy="3459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FD9470-E137-41DF-A5CA-C7B4B9856E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8900" y="6581978"/>
            <a:ext cx="373062" cy="2061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03DC2DEF-D2FE-4B45-ABA4-9F153FD1C98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8AB12CC-D752-4664-B92F-BAEFF0416B7E}"/>
              </a:ext>
            </a:extLst>
          </p:cNvPr>
          <p:cNvSpPr/>
          <p:nvPr userDrawn="1"/>
        </p:nvSpPr>
        <p:spPr>
          <a:xfrm>
            <a:off x="0" y="260350"/>
            <a:ext cx="300037" cy="755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4583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  <p:sldLayoutId id="2147483662" r:id="rId4"/>
    <p:sldLayoutId id="2147483663" r:id="rId5"/>
    <p:sldLayoutId id="2147483650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51" r:id="rId13"/>
    <p:sldLayoutId id="2147483670" r:id="rId14"/>
    <p:sldLayoutId id="2147483671" r:id="rId15"/>
    <p:sldLayoutId id="2147483672" r:id="rId16"/>
    <p:sldLayoutId id="2147483673" r:id="rId17"/>
    <p:sldLayoutId id="2147483652" r:id="rId18"/>
    <p:sldLayoutId id="2147483674" r:id="rId19"/>
    <p:sldLayoutId id="2147483675" r:id="rId20"/>
    <p:sldLayoutId id="2147483676" r:id="rId21"/>
    <p:sldLayoutId id="2147483677" r:id="rId22"/>
    <p:sldLayoutId id="2147483655" r:id="rId23"/>
    <p:sldLayoutId id="2147483678" r:id="rId24"/>
    <p:sldLayoutId id="2147483679" r:id="rId25"/>
    <p:sldLayoutId id="2147483680" r:id="rId26"/>
    <p:sldLayoutId id="2147483681" r:id="rId27"/>
    <p:sldLayoutId id="2147483653" r:id="rId28"/>
    <p:sldLayoutId id="2147483682" r:id="rId29"/>
    <p:sldLayoutId id="2147483683" r:id="rId30"/>
    <p:sldLayoutId id="2147483684" r:id="rId31"/>
    <p:sldLayoutId id="2147483685" r:id="rId32"/>
    <p:sldLayoutId id="2147483654" r:id="rId33"/>
    <p:sldLayoutId id="2147483686" r:id="rId34"/>
    <p:sldLayoutId id="2147483687" r:id="rId35"/>
    <p:sldLayoutId id="2147483689" r:id="rId36"/>
    <p:sldLayoutId id="2147483688" r:id="rId37"/>
    <p:sldLayoutId id="2147483690" r:id="rId38"/>
    <p:sldLayoutId id="2147483691" r:id="rId39"/>
    <p:sldLayoutId id="2147483692" r:id="rId40"/>
    <p:sldLayoutId id="2147483693" r:id="rId41"/>
    <p:sldLayoutId id="2147483694" r:id="rId42"/>
    <p:sldLayoutId id="2147483695" r:id="rId43"/>
    <p:sldLayoutId id="2147483696" r:id="rId44"/>
    <p:sldLayoutId id="2147483697" r:id="rId45"/>
    <p:sldLayoutId id="2147483698" r:id="rId46"/>
    <p:sldLayoutId id="2147483699" r:id="rId47"/>
    <p:sldLayoutId id="2147483700" r:id="rId48"/>
    <p:sldLayoutId id="2147483701" r:id="rId49"/>
    <p:sldLayoutId id="2147483702" r:id="rId50"/>
    <p:sldLayoutId id="2147483656" r:id="rId51"/>
    <p:sldLayoutId id="2147483657" r:id="rId5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4" userDrawn="1">
          <p15:clr>
            <a:srgbClr val="F26B43"/>
          </p15:clr>
        </p15:guide>
        <p15:guide id="2" pos="234" userDrawn="1">
          <p15:clr>
            <a:srgbClr val="F26B43"/>
          </p15:clr>
        </p15:guide>
        <p15:guide id="3" orient="horz" pos="4133" userDrawn="1">
          <p15:clr>
            <a:srgbClr val="F26B43"/>
          </p15:clr>
        </p15:guide>
        <p15:guide id="4" pos="7491" userDrawn="1">
          <p15:clr>
            <a:srgbClr val="F26B43"/>
          </p15:clr>
        </p15:guide>
        <p15:guide id="5" orient="horz" pos="640" userDrawn="1">
          <p15:clr>
            <a:srgbClr val="F26B43"/>
          </p15:clr>
        </p15:guide>
        <p15:guide id="6" orient="horz" pos="777" userDrawn="1">
          <p15:clr>
            <a:srgbClr val="F26B43"/>
          </p15:clr>
        </p15:guide>
        <p15:guide id="7" orient="horz" pos="4020" userDrawn="1">
          <p15:clr>
            <a:srgbClr val="F26B43"/>
          </p15:clr>
        </p15:guide>
        <p15:guide id="8" orient="horz" pos="390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5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3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5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D71C9CD-CAE8-4AC8-936D-333769D479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Bodoni MT" panose="02070603080606020203" pitchFamily="18" charset="0"/>
              </a:rPr>
              <a:t>ASR Medical</a:t>
            </a:r>
            <a:br>
              <a:rPr lang="en-US" dirty="0">
                <a:latin typeface="Bodoni MT" panose="02070603080606020203" pitchFamily="18" charset="0"/>
              </a:rPr>
            </a:br>
            <a:r>
              <a:rPr lang="en-US" dirty="0">
                <a:latin typeface="Bodoni MT" panose="02070603080606020203" pitchFamily="18" charset="0"/>
              </a:rPr>
              <a:t>Speech-to-Text</a:t>
            </a:r>
            <a:endParaRPr lang="en-US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C6D24F99-E026-485A-96CD-AEC9813726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64992" y="4927600"/>
            <a:ext cx="5527007" cy="976311"/>
          </a:xfrm>
        </p:spPr>
        <p:txBody>
          <a:bodyPr>
            <a:normAutofit/>
          </a:bodyPr>
          <a:lstStyle/>
          <a:p>
            <a:r>
              <a:rPr lang="en-US" sz="2000" i="1" dirty="0"/>
              <a:t>Medical Speech-to-Text System for Real-Time Clinical Documentation</a:t>
            </a:r>
          </a:p>
        </p:txBody>
      </p:sp>
      <p:pic>
        <p:nvPicPr>
          <p:cNvPr id="7" name="Picture Placeholder 15">
            <a:extLst>
              <a:ext uri="{FF2B5EF4-FFF2-40B4-BE49-F238E27FC236}">
                <a16:creationId xmlns:a16="http://schemas.microsoft.com/office/drawing/2014/main" id="{8D68DE13-16D7-4088-16CC-FC26C911C7F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007" r="6007"/>
          <a:stretch>
            <a:fillRect/>
          </a:stretch>
        </p:blipFill>
        <p:spPr>
          <a:xfrm>
            <a:off x="561473" y="0"/>
            <a:ext cx="6103520" cy="68579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BB9CFE9-DCBD-9002-F564-6C8FE6A0059A}"/>
              </a:ext>
            </a:extLst>
          </p:cNvPr>
          <p:cNvSpPr txBox="1"/>
          <p:nvPr/>
        </p:nvSpPr>
        <p:spPr>
          <a:xfrm>
            <a:off x="8808098" y="6122142"/>
            <a:ext cx="37695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  <a:latin typeface="Book Antiqua" panose="02040602050305030304" pitchFamily="18" charset="0"/>
              </a:rPr>
              <a:t>-Eshwar Chandra Reddy Mulka</a:t>
            </a:r>
          </a:p>
          <a:p>
            <a:r>
              <a:rPr lang="en-IN" dirty="0">
                <a:solidFill>
                  <a:schemeClr val="bg1"/>
                </a:solidFill>
                <a:latin typeface="Book Antiqua" panose="02040602050305030304" pitchFamily="18" charset="0"/>
              </a:rPr>
              <a:t>-Aarushi Pandey</a:t>
            </a:r>
          </a:p>
        </p:txBody>
      </p:sp>
    </p:spTree>
    <p:extLst>
      <p:ext uri="{BB962C8B-B14F-4D97-AF65-F5344CB8AC3E}">
        <p14:creationId xmlns:p14="http://schemas.microsoft.com/office/powerpoint/2010/main" val="14954965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E253D32-8B7B-47D0-BB63-402C3DB9B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5659" y="1226570"/>
            <a:ext cx="6458994" cy="687973"/>
          </a:xfrm>
        </p:spPr>
        <p:txBody>
          <a:bodyPr/>
          <a:lstStyle/>
          <a:p>
            <a:r>
              <a:rPr lang="en-IN" sz="3600" dirty="0">
                <a:latin typeface="Bodoni MT" panose="02070603080606020203" pitchFamily="18" charset="0"/>
              </a:rPr>
              <a:t>Project Overview &amp; Objectives:</a:t>
            </a:r>
            <a:endParaRPr lang="en-US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C183CA-19AD-485E-AEC5-FC032D453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2</a:t>
            </a:fld>
            <a:endParaRPr lang="en-US" dirty="0"/>
          </a:p>
        </p:txBody>
      </p:sp>
      <p:pic>
        <p:nvPicPr>
          <p:cNvPr id="5" name="Picture Placeholder 15">
            <a:extLst>
              <a:ext uri="{FF2B5EF4-FFF2-40B4-BE49-F238E27FC236}">
                <a16:creationId xmlns:a16="http://schemas.microsoft.com/office/drawing/2014/main" id="{B216EDE5-E733-51AB-B57E-416779B79AE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t="1560" b="1560"/>
          <a:stretch>
            <a:fillRect/>
          </a:stretch>
        </p:blipFill>
        <p:spPr>
          <a:xfrm>
            <a:off x="1117601" y="1016000"/>
            <a:ext cx="5138058" cy="4978400"/>
          </a:xfr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6222DED-D491-30F8-D200-B98B4A633377}"/>
              </a:ext>
            </a:extLst>
          </p:cNvPr>
          <p:cNvSpPr txBox="1"/>
          <p:nvPr/>
        </p:nvSpPr>
        <p:spPr>
          <a:xfrm>
            <a:off x="6255659" y="2456458"/>
            <a:ext cx="5754652" cy="3385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b="1" dirty="0"/>
              <a:t>Goal:</a:t>
            </a:r>
            <a:r>
              <a:rPr lang="en-US" sz="2000" dirty="0"/>
              <a:t> Develop an Automatic Speech Recognition (ASR) system to transcribe doctor-patient interactions in English.</a:t>
            </a:r>
          </a:p>
          <a:p>
            <a:endParaRPr lang="en-US" dirty="0"/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b="1" dirty="0"/>
              <a:t>Key Challenges: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2000" dirty="0"/>
              <a:t>Finding suitable dataset.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2000" dirty="0"/>
              <a:t>Handling specialized medical terminology.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2000" dirty="0"/>
              <a:t>Matching transcripts to ground-truth data that uses English literals for medical terms.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003119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9D622C3-EE4F-4FB9-94FB-550563528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3</a:t>
            </a:fld>
            <a:endParaRPr lang="en-US" dirty="0"/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EA689503-0C76-7CB6-5448-7FAE27159B35}"/>
              </a:ext>
            </a:extLst>
          </p:cNvPr>
          <p:cNvSpPr txBox="1">
            <a:spLocks/>
          </p:cNvSpPr>
          <p:nvPr/>
        </p:nvSpPr>
        <p:spPr>
          <a:xfrm>
            <a:off x="202629" y="795047"/>
            <a:ext cx="4812575" cy="17629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600">
                <a:solidFill>
                  <a:schemeClr val="bg1"/>
                </a:solidFill>
                <a:latin typeface="Bodoni MT" panose="02070603080606020203" pitchFamily="18" charset="0"/>
              </a:rPr>
              <a:t>Dataset Exploration</a:t>
            </a:r>
            <a:endParaRPr lang="en-US" sz="3600" dirty="0">
              <a:solidFill>
                <a:schemeClr val="bg1"/>
              </a:solidFill>
              <a:latin typeface="Bodoni MT" panose="02070603080606020203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83B00D6-D52D-C2E3-C407-D14CF99964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2086" y="1331495"/>
            <a:ext cx="7177285" cy="4982345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E7A14B2-4DA9-DC56-3F82-BB137BDABD3D}"/>
              </a:ext>
            </a:extLst>
          </p:cNvPr>
          <p:cNvSpPr txBox="1"/>
          <p:nvPr/>
        </p:nvSpPr>
        <p:spPr>
          <a:xfrm>
            <a:off x="0" y="2817764"/>
            <a:ext cx="4812086" cy="3647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After exploring various websites, we found a dataset from Eka-care lab on Hugging Face, </a:t>
            </a:r>
            <a:r>
              <a:rPr lang="en-IN" sz="1500" dirty="0"/>
              <a:t>(and a few on Kaggle, but proceeded with eka-care).</a:t>
            </a:r>
          </a:p>
          <a:p>
            <a:pPr algn="just"/>
            <a:endParaRPr lang="en-IN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Primary Dataset:</a:t>
            </a:r>
            <a:r>
              <a:rPr lang="en-IN" dirty="0"/>
              <a:t> Eka-Care Clinical Dataset.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Data Distribution:</a:t>
            </a:r>
          </a:p>
          <a:p>
            <a:pPr algn="just"/>
            <a:endParaRPr lang="en-IN" dirty="0"/>
          </a:p>
          <a:p>
            <a:pPr lvl="1" algn="just"/>
            <a:r>
              <a:rPr lang="en-IN" b="1" dirty="0"/>
              <a:t>English:</a:t>
            </a:r>
            <a:r>
              <a:rPr lang="en-IN" dirty="0"/>
              <a:t> ~3,600 audio recordings. </a:t>
            </a:r>
          </a:p>
          <a:p>
            <a:pPr lvl="1" algn="just"/>
            <a:r>
              <a:rPr lang="en-IN" b="1" dirty="0"/>
              <a:t>Characteristics:</a:t>
            </a:r>
            <a:r>
              <a:rPr lang="en-IN" dirty="0"/>
              <a:t> High-density medical vocabulary; Hinglish data contains English ground-truth labels for clinical terms (Code-mixed).</a:t>
            </a:r>
          </a:p>
        </p:txBody>
      </p:sp>
    </p:spTree>
    <p:extLst>
      <p:ext uri="{BB962C8B-B14F-4D97-AF65-F5344CB8AC3E}">
        <p14:creationId xmlns:p14="http://schemas.microsoft.com/office/powerpoint/2010/main" val="34628842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31E4739-000E-A87E-D1F3-0E87691FE57E}"/>
              </a:ext>
            </a:extLst>
          </p:cNvPr>
          <p:cNvSpPr txBox="1"/>
          <p:nvPr/>
        </p:nvSpPr>
        <p:spPr>
          <a:xfrm>
            <a:off x="519623" y="983215"/>
            <a:ext cx="60975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2800" b="1" u="sng" dirty="0">
                <a:latin typeface="MingLiU-ExtB" panose="02020500000000000000" pitchFamily="18" charset="-120"/>
                <a:ea typeface="MingLiU-ExtB" panose="02020500000000000000" pitchFamily="18" charset="-120"/>
              </a:rPr>
              <a:t>Whisper Model Benchmarking: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0085077-8BF1-C115-1E77-55390ECE7E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8207470"/>
              </p:ext>
            </p:extLst>
          </p:nvPr>
        </p:nvGraphicFramePr>
        <p:xfrm>
          <a:off x="567095" y="1942047"/>
          <a:ext cx="8127999" cy="14869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790811536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959907259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000521406"/>
                    </a:ext>
                  </a:extLst>
                </a:gridCol>
              </a:tblGrid>
              <a:tr h="745273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Whisper small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Whisper medium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32443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Inference speed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Faster/ Real-time capable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Slower/ Resource intensive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21035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High (comparable to med)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Marginally higher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7260698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488B5A83-09F7-74AE-EF14-897BD4AB5C74}"/>
              </a:ext>
            </a:extLst>
          </p:cNvPr>
          <p:cNvSpPr txBox="1"/>
          <p:nvPr/>
        </p:nvSpPr>
        <p:spPr>
          <a:xfrm>
            <a:off x="567095" y="3864612"/>
            <a:ext cx="6096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Bookman Old Style" panose="02050604050505020204" pitchFamily="18" charset="0"/>
              </a:rPr>
              <a:t>Decision:</a:t>
            </a:r>
            <a:r>
              <a:rPr lang="en-IN" sz="2000" dirty="0">
                <a:latin typeface="Bookman Old Style" panose="02050604050505020204" pitchFamily="18" charset="0"/>
              </a:rPr>
              <a:t> Selected </a:t>
            </a:r>
            <a:r>
              <a:rPr lang="en-IN" sz="2000" b="1" dirty="0">
                <a:latin typeface="Bookman Old Style" panose="02050604050505020204" pitchFamily="18" charset="0"/>
              </a:rPr>
              <a:t>Whisper-Small</a:t>
            </a:r>
            <a:r>
              <a:rPr lang="en-IN" sz="2000" dirty="0">
                <a:latin typeface="Bookman Old Style" panose="02050604050505020204" pitchFamily="18" charset="0"/>
              </a:rPr>
              <a:t> due to the optimal balance of speed and performance for clinical deployment.</a:t>
            </a:r>
          </a:p>
        </p:txBody>
      </p:sp>
    </p:spTree>
    <p:extLst>
      <p:ext uri="{BB962C8B-B14F-4D97-AF65-F5344CB8AC3E}">
        <p14:creationId xmlns:p14="http://schemas.microsoft.com/office/powerpoint/2010/main" val="1960703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CF11658-82FF-903D-6EAD-2898B2BC0E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1070" y="916434"/>
            <a:ext cx="4810125" cy="998049"/>
          </a:xfrm>
        </p:spPr>
        <p:txBody>
          <a:bodyPr>
            <a:normAutofit fontScale="90000"/>
          </a:bodyPr>
          <a:lstStyle/>
          <a:p>
            <a:r>
              <a:rPr lang="en-IN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MingLiU-ExtB" panose="02020500000000000000" pitchFamily="18" charset="-120"/>
                <a:ea typeface="PMingLiU-ExtB" panose="02020500000000000000" pitchFamily="18" charset="-120"/>
              </a:rPr>
              <a:t>Final Architecture</a:t>
            </a:r>
            <a:r>
              <a:rPr lang="en-IN" dirty="0">
                <a:latin typeface="PMingLiU-ExtB" panose="02020500000000000000" pitchFamily="18" charset="-120"/>
                <a:ea typeface="PMingLiU-ExtB" panose="02020500000000000000" pitchFamily="18" charset="-120"/>
              </a:rPr>
              <a:t>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E28CC6-1498-3A5B-1C39-8B4D71AB8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noProof="0" smtClean="0"/>
              <a:t>5</a:t>
            </a:fld>
            <a:endParaRPr lang="en-US" noProof="0" dirty="0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A494ABAA-A4B4-7DDE-F9A4-C517D777B66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80580705"/>
              </p:ext>
            </p:extLst>
          </p:nvPr>
        </p:nvGraphicFramePr>
        <p:xfrm>
          <a:off x="1" y="1682496"/>
          <a:ext cx="12191999" cy="40900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371116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4258EEA-370B-A787-DD42-97D36CE70B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857" y="17101"/>
            <a:ext cx="12048144" cy="6823797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67CB87-29DC-A77B-A880-2879E42D1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6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3E9804-FD82-8970-1B5F-60273C0CBD51}"/>
              </a:ext>
            </a:extLst>
          </p:cNvPr>
          <p:cNvSpPr txBox="1"/>
          <p:nvPr/>
        </p:nvSpPr>
        <p:spPr>
          <a:xfrm>
            <a:off x="-102896" y="0"/>
            <a:ext cx="557280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IN" sz="2800" b="1" dirty="0">
                <a:solidFill>
                  <a:schemeClr val="bg1"/>
                </a:solidFill>
                <a:latin typeface="Bodoni MT" panose="02070603080606020203" pitchFamily="18" charset="0"/>
              </a:rPr>
              <a:t>Frontend-Backend integration for current model:</a:t>
            </a: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710EE0D6-DE11-CBA4-184E-3A6E56FEECF1}"/>
              </a:ext>
            </a:extLst>
          </p:cNvPr>
          <p:cNvSpPr txBox="1">
            <a:spLocks/>
          </p:cNvSpPr>
          <p:nvPr/>
        </p:nvSpPr>
        <p:spPr>
          <a:xfrm>
            <a:off x="214604" y="971208"/>
            <a:ext cx="1970085" cy="218281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000" dirty="0">
                <a:solidFill>
                  <a:schemeClr val="accent6">
                    <a:lumMod val="20000"/>
                    <a:lumOff val="80000"/>
                  </a:schemeClr>
                </a:solidFill>
                <a:latin typeface="Segoe UI Semilight" panose="020B0402040204020203" pitchFamily="34" charset="0"/>
                <a:ea typeface="MingLiU-ExtB" panose="02020500000000000000" pitchFamily="18" charset="-120"/>
                <a:cs typeface="Segoe UI Semilight" panose="020B0402040204020203" pitchFamily="34" charset="0"/>
              </a:rPr>
              <a:t>A frontend was integrated with the current English pipeline.</a:t>
            </a:r>
            <a:br>
              <a:rPr lang="en-IN" sz="2000" dirty="0">
                <a:solidFill>
                  <a:schemeClr val="accent6">
                    <a:lumMod val="20000"/>
                    <a:lumOff val="80000"/>
                  </a:schemeClr>
                </a:solidFill>
                <a:latin typeface="Segoe UI Semilight" panose="020B0402040204020203" pitchFamily="34" charset="0"/>
                <a:ea typeface="MingLiU-ExtB" panose="02020500000000000000" pitchFamily="18" charset="-120"/>
                <a:cs typeface="Segoe UI Semilight" panose="020B0402040204020203" pitchFamily="34" charset="0"/>
              </a:rPr>
            </a:br>
            <a:br>
              <a:rPr lang="en-IN" sz="2000" dirty="0">
                <a:solidFill>
                  <a:schemeClr val="accent6">
                    <a:lumMod val="20000"/>
                    <a:lumOff val="80000"/>
                  </a:schemeClr>
                </a:solidFill>
                <a:latin typeface="Segoe UI Semilight" panose="020B0402040204020203" pitchFamily="34" charset="0"/>
                <a:ea typeface="MingLiU-ExtB" panose="02020500000000000000" pitchFamily="18" charset="-120"/>
                <a:cs typeface="Segoe UI Semilight" panose="020B0402040204020203" pitchFamily="34" charset="0"/>
              </a:rPr>
            </a:br>
            <a:r>
              <a:rPr lang="en-IN" sz="2000" dirty="0">
                <a:solidFill>
                  <a:schemeClr val="accent6">
                    <a:lumMod val="20000"/>
                    <a:lumOff val="80000"/>
                  </a:schemeClr>
                </a:solidFill>
                <a:latin typeface="Segoe UI Semilight" panose="020B0402040204020203" pitchFamily="34" charset="0"/>
                <a:ea typeface="MingLiU-ExtB" panose="02020500000000000000" pitchFamily="18" charset="-120"/>
                <a:cs typeface="Segoe UI Semilight" panose="020B0402040204020203" pitchFamily="34" charset="0"/>
              </a:rPr>
              <a:t>It allows  recording as well as uploading audio file and returns transcription</a:t>
            </a:r>
          </a:p>
        </p:txBody>
      </p:sp>
    </p:spTree>
    <p:extLst>
      <p:ext uri="{BB962C8B-B14F-4D97-AF65-F5344CB8AC3E}">
        <p14:creationId xmlns:p14="http://schemas.microsoft.com/office/powerpoint/2010/main" val="12129895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D0BEB88-12D3-41F1-B6BA-706EF7480FD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818938" y="6581775"/>
            <a:ext cx="373062" cy="206375"/>
          </a:xfrm>
        </p:spPr>
        <p:txBody>
          <a:bodyPr/>
          <a:lstStyle/>
          <a:p>
            <a:fld id="{03DC2DEF-D2FE-4B45-ABA4-9F153FD1C98A}" type="slidenum">
              <a:rPr lang="en-US" smtClean="0"/>
              <a:t>7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2C34568-CBD2-5689-863B-FDB54BEFE6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472" y="457885"/>
            <a:ext cx="7588225" cy="289213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0180DF9-F24A-3D37-4A39-461DBDC725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6457" y="3453211"/>
            <a:ext cx="8162481" cy="3334939"/>
          </a:xfrm>
          <a:prstGeom prst="rect">
            <a:avLst/>
          </a:pr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852F946D-7331-9EB7-7C54-3296FB16479A}"/>
              </a:ext>
            </a:extLst>
          </p:cNvPr>
          <p:cNvSpPr txBox="1">
            <a:spLocks/>
          </p:cNvSpPr>
          <p:nvPr/>
        </p:nvSpPr>
        <p:spPr>
          <a:xfrm>
            <a:off x="3943584" y="-19169"/>
            <a:ext cx="7138353" cy="95410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buFont typeface="Wingdings" panose="05000000000000000000" pitchFamily="2" charset="2"/>
              <a:buChar char="v"/>
            </a:pPr>
            <a:r>
              <a:rPr lang="en-IN" sz="2800" dirty="0">
                <a:latin typeface="Bodoni MT" panose="02070603080606020203" pitchFamily="18" charset="0"/>
                <a:ea typeface="+mn-ea"/>
                <a:cs typeface="+mn-cs"/>
              </a:rPr>
              <a:t>Some sample results obtained:</a:t>
            </a:r>
          </a:p>
        </p:txBody>
      </p:sp>
    </p:spTree>
    <p:extLst>
      <p:ext uri="{BB962C8B-B14F-4D97-AF65-F5344CB8AC3E}">
        <p14:creationId xmlns:p14="http://schemas.microsoft.com/office/powerpoint/2010/main" val="31496707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2C00B059-8249-401E-BECD-DC838B36F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Bodoni MT" panose="02070603080606020203" pitchFamily="18" charset="0"/>
                <a:ea typeface="+mn-ea"/>
                <a:cs typeface="+mn-cs"/>
              </a:rPr>
              <a:t>Results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81E71C2-3FC1-41C1-8255-33A1AC802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8</a:t>
            </a:fld>
            <a:endParaRPr lang="en-US" dirty="0"/>
          </a:p>
        </p:txBody>
      </p:sp>
      <p:graphicFrame>
        <p:nvGraphicFramePr>
          <p:cNvPr id="21" name="Chart Placeholder 20">
            <a:extLst>
              <a:ext uri="{FF2B5EF4-FFF2-40B4-BE49-F238E27FC236}">
                <a16:creationId xmlns:a16="http://schemas.microsoft.com/office/drawing/2014/main" id="{D8DD12A5-FE18-4970-8B30-E368D9BD86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Grp="1"/>
          </p:cNvGraphicFramePr>
          <p:nvPr>
            <p:ph type="chart" sz="quarter" idx="13"/>
            <p:extLst>
              <p:ext uri="{D42A27DB-BD31-4B8C-83A1-F6EECF244321}">
                <p14:modId xmlns:p14="http://schemas.microsoft.com/office/powerpoint/2010/main" val="1478963170"/>
              </p:ext>
            </p:extLst>
          </p:nvPr>
        </p:nvGraphicFramePr>
        <p:xfrm flipH="1" flipV="1">
          <a:off x="11891962" y="6200775"/>
          <a:ext cx="160338" cy="2061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ED42596E-DB09-43F7-A053-18CEB2DDE6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1475" y="1269932"/>
            <a:ext cx="4737100" cy="4552950"/>
          </a:xfrm>
        </p:spPr>
        <p:txBody>
          <a:bodyPr>
            <a:normAutofit/>
          </a:bodyPr>
          <a:lstStyle/>
          <a:p>
            <a:pPr latinLnBrk="1"/>
            <a:r>
              <a:rPr lang="en-US" dirty="0"/>
              <a:t>Average Raw WER: 0.3201</a:t>
            </a:r>
          </a:p>
          <a:p>
            <a:pPr latinLnBrk="1"/>
            <a:r>
              <a:rPr lang="en-US" dirty="0"/>
              <a:t>Average Corrected WER: 0.2343</a:t>
            </a:r>
          </a:p>
          <a:p>
            <a:pPr marL="0" indent="0" algn="ctr" latinLnBrk="1">
              <a:buNone/>
            </a:pPr>
            <a:r>
              <a:rPr lang="en-US" b="1" u="sng" dirty="0"/>
              <a:t>26.8% IMPROVEMENT</a:t>
            </a:r>
          </a:p>
          <a:p>
            <a:pPr marL="0" indent="0" algn="ctr" latinLnBrk="1">
              <a:buNone/>
            </a:pPr>
            <a:endParaRPr lang="en-US" b="1" dirty="0"/>
          </a:p>
          <a:p>
            <a:pPr marL="0" indent="0" algn="ctr" latinLnBrk="1">
              <a:buNone/>
            </a:pPr>
            <a:endParaRPr lang="en-US" b="1" dirty="0"/>
          </a:p>
          <a:p>
            <a:pPr latinLnBrk="1"/>
            <a:r>
              <a:rPr lang="en-US" dirty="0"/>
              <a:t>Corpus-level WER (better metric):</a:t>
            </a:r>
          </a:p>
          <a:p>
            <a:pPr latinLnBrk="1"/>
            <a:r>
              <a:rPr lang="en-US" dirty="0"/>
              <a:t>Raw Corpus WER: 0.1677</a:t>
            </a:r>
          </a:p>
          <a:p>
            <a:pPr latinLnBrk="1"/>
            <a:r>
              <a:rPr lang="en-US" dirty="0"/>
              <a:t>Corrected Corpus WER: 0.1400</a:t>
            </a:r>
          </a:p>
          <a:p>
            <a:pPr marL="0" indent="0" algn="ctr">
              <a:buNone/>
            </a:pPr>
            <a:r>
              <a:rPr lang="en-US" b="1" u="sng" dirty="0"/>
              <a:t>16.5% IMPROVEMENT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6668FBE-DB0F-0353-1AB3-8001435142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5313" y="1269932"/>
            <a:ext cx="4203700" cy="265822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7E93115-C3D4-867B-042A-3C122BEF98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6027" y="4809998"/>
            <a:ext cx="4234799" cy="138119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9E90D1F-C25B-1F6C-B440-4843251910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69013" y="3802422"/>
            <a:ext cx="3022987" cy="1073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0262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F880861-037E-BE05-D1BB-B1BF5AC16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9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D5134A-725B-E260-42E5-EFD5FDFDE43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Bodoni MT" panose="02070603080606020203" pitchFamily="18" charset="0"/>
              </a:rPr>
              <a:t>Comparison with SOTA Models: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4EC32F7-3AE2-0312-C932-F0A24F7CE4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6738" y="786524"/>
            <a:ext cx="5727700" cy="5861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0904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MSFT_Color_1">
      <a:dk1>
        <a:srgbClr val="32363F"/>
      </a:dk1>
      <a:lt1>
        <a:sysClr val="window" lastClr="FFFFFF"/>
      </a:lt1>
      <a:dk2>
        <a:srgbClr val="313C41"/>
      </a:dk2>
      <a:lt2>
        <a:srgbClr val="FFFFFF"/>
      </a:lt2>
      <a:accent1>
        <a:srgbClr val="2C85AE"/>
      </a:accent1>
      <a:accent2>
        <a:srgbClr val="5E5CA2"/>
      </a:accent2>
      <a:accent3>
        <a:srgbClr val="5268A5"/>
      </a:accent3>
      <a:accent4>
        <a:srgbClr val="4276AA"/>
      </a:accent4>
      <a:accent5>
        <a:srgbClr val="1891AB"/>
      </a:accent5>
      <a:accent6>
        <a:srgbClr val="00A09D"/>
      </a:accent6>
      <a:hlink>
        <a:srgbClr val="2C85AE"/>
      </a:hlink>
      <a:folHlink>
        <a:srgbClr val="00A09D"/>
      </a:folHlink>
    </a:clrScheme>
    <a:fontScheme name="MSFT_Font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 title goes here" id="{A4715F0E-2373-46DF-8650-9CD6D2E73FF4}" vid="{7AE24D49-249C-4823-B15D-D301F3E6335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Classic bold block presentation</Template>
  <TotalTime>890</TotalTime>
  <Words>287</Words>
  <Application>Microsoft Office PowerPoint</Application>
  <PresentationFormat>Widescreen</PresentationFormat>
  <Paragraphs>64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20" baseType="lpstr">
      <vt:lpstr>MingLiU-ExtB</vt:lpstr>
      <vt:lpstr>PMingLiU-ExtB</vt:lpstr>
      <vt:lpstr>Arial</vt:lpstr>
      <vt:lpstr>Bodoni MT</vt:lpstr>
      <vt:lpstr>Book Antiqua</vt:lpstr>
      <vt:lpstr>Bookman Old Style</vt:lpstr>
      <vt:lpstr>Calibri</vt:lpstr>
      <vt:lpstr>Calibri Light</vt:lpstr>
      <vt:lpstr>Segoe UI Semilight</vt:lpstr>
      <vt:lpstr>Wingdings</vt:lpstr>
      <vt:lpstr>Office Theme</vt:lpstr>
      <vt:lpstr>ASR Medical Speech-to-Text</vt:lpstr>
      <vt:lpstr>Project Overview &amp; Objectives:</vt:lpstr>
      <vt:lpstr>PowerPoint Presentation</vt:lpstr>
      <vt:lpstr>PowerPoint Presentation</vt:lpstr>
      <vt:lpstr>Final Architecture:</vt:lpstr>
      <vt:lpstr>PowerPoint Presentation</vt:lpstr>
      <vt:lpstr>PowerPoint Presentation</vt:lpstr>
      <vt:lpstr>Results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Aarushi Pandey</dc:creator>
  <cp:lastModifiedBy>Aarushi Pandey</cp:lastModifiedBy>
  <cp:revision>2</cp:revision>
  <dcterms:created xsi:type="dcterms:W3CDTF">2026-02-09T12:30:17Z</dcterms:created>
  <dcterms:modified xsi:type="dcterms:W3CDTF">2026-02-10T08:25:24Z</dcterms:modified>
</cp:coreProperties>
</file>